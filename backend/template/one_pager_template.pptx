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notesMasterIdLst>
    <p:notesMasterId r:id="rId7"/>
  </p:notesMasterIdLst>
  <p:handoutMasterIdLst>
    <p:handoutMasterId r:id="rId8"/>
  </p:handoutMasterIdLst>
  <p:sldIdLst>
    <p:sldId id="2147377613" r:id="rId6"/>
  </p:sldIdLst>
  <p:sldSz cx="9144000" cy="5143500" type="screen16x9"/>
  <p:notesSz cx="7010400" cy="92964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6699353-3A2F-4446-8C95-63D4AFDEF5DF}">
          <p14:sldIdLst>
            <p14:sldId id="2147377613"/>
          </p14:sldIdLst>
        </p14:section>
      </p14:sectionLst>
    </p:ext>
    <p:ext uri="{EFAFB233-063F-42B5-8137-9DF3F51BA10A}">
      <p15:sldGuideLst xmlns:p15="http://schemas.microsoft.com/office/powerpoint/2012/main">
        <p15:guide id="3" pos="2767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6" pos="204" userDrawn="1">
          <p15:clr>
            <a:srgbClr val="A4A3A4"/>
          </p15:clr>
        </p15:guide>
        <p15:guide id="7" pos="3742" userDrawn="1">
          <p15:clr>
            <a:srgbClr val="A4A3A4"/>
          </p15:clr>
        </p15:guide>
        <p15:guide id="8" pos="2018" userDrawn="1">
          <p15:clr>
            <a:srgbClr val="A4A3A4"/>
          </p15:clr>
        </p15:guide>
        <p15:guide id="10" orient="horz" pos="2958" userDrawn="1">
          <p15:clr>
            <a:srgbClr val="A4A3A4"/>
          </p15:clr>
        </p15:guide>
        <p15:guide id="12" pos="5556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orient="horz" pos="191" userDrawn="1">
          <p15:clr>
            <a:srgbClr val="A4A3A4"/>
          </p15:clr>
        </p15:guide>
        <p15:guide id="17" orient="horz" pos="3049" userDrawn="1">
          <p15:clr>
            <a:srgbClr val="A4A3A4"/>
          </p15:clr>
        </p15:guide>
        <p15:guide id="18" orient="horz" pos="2935" userDrawn="1">
          <p15:clr>
            <a:srgbClr val="A4A3A4"/>
          </p15:clr>
        </p15:guide>
        <p15:guide id="23" orient="horz" pos="1733" userDrawn="1">
          <p15:clr>
            <a:srgbClr val="A4A3A4"/>
          </p15:clr>
        </p15:guide>
        <p15:guide id="24" orient="horz" pos="1847" userDrawn="1">
          <p15:clr>
            <a:srgbClr val="A4A3A4"/>
          </p15:clr>
        </p15:guide>
        <p15:guide id="31" orient="horz" pos="327" userDrawn="1">
          <p15:clr>
            <a:srgbClr val="A4A3A4"/>
          </p15:clr>
        </p15:guide>
        <p15:guide id="33" pos="2880" userDrawn="1">
          <p15:clr>
            <a:srgbClr val="A4A3A4"/>
          </p15:clr>
        </p15:guide>
        <p15:guide id="34" orient="horz" pos="418" userDrawn="1">
          <p15:clr>
            <a:srgbClr val="A4A3A4"/>
          </p15:clr>
        </p15:guide>
        <p15:guide id="37" pos="1927" userDrawn="1">
          <p15:clr>
            <a:srgbClr val="A4A3A4"/>
          </p15:clr>
        </p15:guide>
        <p15:guide id="40" pos="38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72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13604D-951F-F98C-ADD8-F2D53F50562A}" name="Jan Oeschger" initials="JO" userId="d2299cbd914f24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resa Dick" initials="TD" lastIdx="2" clrIdx="0"/>
  <p:cmAuthor id="2" name="Claudius Stammbach" initials="CS" lastIdx="1" clrIdx="1">
    <p:extLst>
      <p:ext uri="{19B8F6BF-5375-455C-9EA6-DF929625EA0E}">
        <p15:presenceInfo xmlns:p15="http://schemas.microsoft.com/office/powerpoint/2012/main" userId="2fe753960fb41129" providerId="Windows Live"/>
      </p:ext>
    </p:extLst>
  </p:cmAuthor>
  <p:cmAuthor id="3" name="David Fürsich" initials="DF" lastIdx="1" clrIdx="2">
    <p:extLst>
      <p:ext uri="{19B8F6BF-5375-455C-9EA6-DF929625EA0E}">
        <p15:presenceInfo xmlns:p15="http://schemas.microsoft.com/office/powerpoint/2012/main" userId="S::david.fuersich@uzh.ch::8a974e71-c146-4c53-8538-34bd4a20bc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5BBEF"/>
    <a:srgbClr val="364D6E"/>
    <a:srgbClr val="9DC3E6"/>
    <a:srgbClr val="AAAAAA"/>
    <a:srgbClr val="F4C500"/>
    <a:srgbClr val="8FAADC"/>
    <a:srgbClr val="D0CECE"/>
    <a:srgbClr val="BFBFBF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7307" autoAdjust="0"/>
  </p:normalViewPr>
  <p:slideViewPr>
    <p:cSldViewPr snapToGrid="0">
      <p:cViewPr varScale="1">
        <p:scale>
          <a:sx n="199" d="100"/>
          <a:sy n="199" d="100"/>
        </p:scale>
        <p:origin x="3486" y="162"/>
      </p:cViewPr>
      <p:guideLst>
        <p:guide pos="2767"/>
        <p:guide orient="horz" pos="259"/>
        <p:guide pos="204"/>
        <p:guide pos="3742"/>
        <p:guide pos="2018"/>
        <p:guide orient="horz" pos="2958"/>
        <p:guide pos="5556"/>
        <p:guide pos="2993"/>
        <p:guide orient="horz" pos="191"/>
        <p:guide orient="horz" pos="3049"/>
        <p:guide orient="horz" pos="2935"/>
        <p:guide orient="horz" pos="1733"/>
        <p:guide orient="horz" pos="1847"/>
        <p:guide orient="horz" pos="327"/>
        <p:guide pos="2880"/>
        <p:guide orient="horz" pos="418"/>
        <p:guide pos="1927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592" y="2034"/>
      </p:cViewPr>
      <p:guideLst>
        <p:guide orient="horz" pos="3172"/>
        <p:guide pos="218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353887399463807"/>
          <c:y val="0.16832669322709162"/>
          <c:w val="0.6720285969615728"/>
          <c:h val="0.663346613545816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0BD-4F16-AA78-B4767F5A3B37}"/>
              </c:ext>
            </c:extLst>
          </c:dPt>
          <c:dPt>
            <c:idx val="1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0BD-4F16-AA78-B4767F5A3B3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0BD-4F16-AA78-B4767F5A3B37}"/>
              </c:ext>
            </c:extLst>
          </c:dPt>
          <c:dLbls>
            <c:dLbl>
              <c:idx val="0"/>
              <c:layout>
                <c:manualLayout>
                  <c:x val="8.9365504915102766E-3"/>
                  <c:y val="1.99203187250996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0BD-4F16-AA78-B4767F5A3B37}"/>
                </c:ext>
              </c:extLst>
            </c:dLbl>
            <c:dLbl>
              <c:idx val="1"/>
              <c:layout>
                <c:manualLayout>
                  <c:x val="-1.2511170688114389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0BD-4F16-AA78-B4767F5A3B37}"/>
                </c:ext>
              </c:extLst>
            </c:dLbl>
            <c:dLbl>
              <c:idx val="2"/>
              <c:layout>
                <c:manualLayout>
                  <c:x val="-7.1492403932082215E-3"/>
                  <c:y val="-1.4940239043824702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0BD-4F16-AA78-B4767F5A3B3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63</c:v>
                </c:pt>
                <c:pt idx="1">
                  <c:v>19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BD-4F16-AA78-B4767F5A3B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8067349926793559E-2"/>
          <c:y val="0.26323987538940807"/>
          <c:w val="0.92386530014641288"/>
          <c:h val="0.5545171339563862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69158878504672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DFE-4289-B88B-62B1337F5012}"/>
                </c:ext>
              </c:extLst>
            </c:dLbl>
            <c:dLbl>
              <c:idx val="1"/>
              <c:layout>
                <c:manualLayout>
                  <c:x val="0"/>
                  <c:y val="-0.2336448598130841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DFE-4289-B88B-62B1337F5012}"/>
                </c:ext>
              </c:extLst>
            </c:dLbl>
            <c:dLbl>
              <c:idx val="2"/>
              <c:layout>
                <c:manualLayout>
                  <c:x val="0"/>
                  <c:y val="-0.2320872274143302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DFE-4289-B88B-62B1337F5012}"/>
                </c:ext>
              </c:extLst>
            </c:dLbl>
            <c:dLbl>
              <c:idx val="3"/>
              <c:layout>
                <c:manualLayout>
                  <c:x val="0"/>
                  <c:y val="-0.311526479750778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DFE-4289-B88B-62B1337F5012}"/>
                </c:ext>
              </c:extLst>
            </c:dLbl>
            <c:dLbl>
              <c:idx val="4"/>
              <c:layout>
                <c:manualLayout>
                  <c:x val="0"/>
                  <c:y val="-0.3348909657320872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DFE-4289-B88B-62B1337F5012}"/>
                </c:ext>
              </c:extLst>
            </c:dLbl>
            <c:dLbl>
              <c:idx val="5"/>
              <c:layout>
                <c:manualLayout>
                  <c:x val="0"/>
                  <c:y val="-0.3598130841121495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DFE-4289-B88B-62B1337F501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3.266</c:v>
                </c:pt>
                <c:pt idx="1">
                  <c:v>3.8879999999999999</c:v>
                </c:pt>
                <c:pt idx="2">
                  <c:v>4.3380000000000001</c:v>
                </c:pt>
                <c:pt idx="3">
                  <c:v>6.6989999999999998</c:v>
                </c:pt>
                <c:pt idx="4">
                  <c:v>7.3689999999999998</c:v>
                </c:pt>
                <c:pt idx="5">
                  <c:v>8.1059999999999999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FE-4289-B88B-62B1337F5012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Sheet1!$A$2:$F$2</c:f>
              <c:numCache>
                <c:formatCode>General</c:formatCode>
                <c:ptCount val="6"/>
                <c:pt idx="0">
                  <c:v>0.91900000000000004</c:v>
                </c:pt>
                <c:pt idx="1">
                  <c:v>1.333</c:v>
                </c:pt>
                <c:pt idx="2">
                  <c:v>2.0209999999999999</c:v>
                </c:pt>
                <c:pt idx="3">
                  <c:v>3.8</c:v>
                </c:pt>
                <c:pt idx="4">
                  <c:v>4.2119999999999997</c:v>
                </c:pt>
                <c:pt idx="5">
                  <c:v>4.6929999999999996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DFE-4289-B88B-62B1337F5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52567999"/>
        <c:axId val="1"/>
      </c:barChart>
      <c:barChart>
        <c:barDir val="col"/>
        <c:grouping val="clustered"/>
        <c:varyColors val="0"/>
        <c:ser>
          <c:idx val="3"/>
          <c:order val="3"/>
          <c:invertIfNegative val="0"/>
          <c:extLst>
            <c:ext xmlns:c16="http://schemas.microsoft.com/office/drawing/2014/chart" uri="{C3380CC4-5D6E-409C-BE32-E72D297353CC}">
              <c16:uniqueId val="{0000000F-4DFE-4289-B88B-62B1337F5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DFE-4289-B88B-62B1337F5012}"/>
              </c:ext>
            </c:extLst>
          </c:dPt>
          <c:dPt>
            <c:idx val="1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DFE-4289-B88B-62B1337F5012}"/>
              </c:ext>
            </c:extLst>
          </c:dPt>
          <c:dPt>
            <c:idx val="2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DFE-4289-B88B-62B1337F5012}"/>
              </c:ext>
            </c:extLst>
          </c:dPt>
          <c:dPt>
            <c:idx val="3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DFE-4289-B88B-62B1337F5012}"/>
              </c:ext>
            </c:extLst>
          </c:dPt>
          <c:dPt>
            <c:idx val="4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DFE-4289-B88B-62B1337F5012}"/>
              </c:ext>
            </c:extLst>
          </c:dPt>
          <c:dPt>
            <c:idx val="5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DFE-4289-B88B-62B1337F5012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1.1775918554807105</c:v>
                </c:pt>
                <c:pt idx="1">
                  <c:v>1.7900187757201647</c:v>
                </c:pt>
                <c:pt idx="2">
                  <c:v>2.9625493314891651</c:v>
                </c:pt>
                <c:pt idx="3">
                  <c:v>5.9555456038214647</c:v>
                </c:pt>
                <c:pt idx="4">
                  <c:v>6.6195103813271814</c:v>
                </c:pt>
                <c:pt idx="5">
                  <c:v>7.4100304712558591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4DFE-4289-B88B-62B1337F5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2567999"/>
        <c:axId val="1"/>
      </c:lineChart>
      <c:catAx>
        <c:axId val="7525679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.105999999999999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752567999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.1000000000000001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6C526B2-3BB1-4109-9747-9F43A6241E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4D3DF9-2175-4A73-AF72-F7B3C5B83B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3616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7BC3E50-0BA3-4064-AC93-A2BB1F6C9705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B6A70-DF5E-45D1-9B5F-2DCF24A43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67EDA-D7CF-4709-9B20-44776F586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3616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F76C5B6-3087-4253-8452-0518541DE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939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4173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 rtl="0">
              <a:defRPr sz="1200"/>
            </a:lvl1pPr>
          </a:lstStyle>
          <a:p>
            <a:fld id="{77552CD5-DB5B-46F3-833F-DFE2EF9956CA}" type="datetimeFigureOut">
              <a:rPr lang="en-GB" smtClean="0"/>
              <a:pPr/>
              <a:t>03/03/2026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58888"/>
            <a:ext cx="6042025" cy="3398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550" y="4846716"/>
            <a:ext cx="5556391" cy="3965496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4173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 rtl="0">
              <a:defRPr sz="1200"/>
            </a:lvl1pPr>
          </a:lstStyle>
          <a:p>
            <a:fld id="{B39E50BF-321C-41EB-A04D-89790E5D4E0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52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0B33-301B-2A03-F6B8-869CC41F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DB9F3-01B8-C287-18EF-0B3047A3B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14EA8-C9AE-545D-D61C-AFBDB027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B248-57E0-1EBA-C84B-9A04D4FA2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E50BF-321C-41EB-A04D-89790E5D4E0E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0817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197881D-8918-C775-716D-504199AEA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2419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D326D55-2195-6F43-30AD-801D3AF8DE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65" y="1852000"/>
            <a:ext cx="84963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2400" b="1" cap="all" baseline="0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1D1B8A-8A41-09B0-7E35-0CC6735BE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939" y="2138354"/>
            <a:ext cx="848508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4ADFD49-95F7-80F6-AEFE-B3216BE40E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0623" y="1220788"/>
            <a:ext cx="1776413" cy="2714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buNone/>
              <a:defRPr sz="900" i="1"/>
            </a:lvl1pPr>
            <a:lvl2pPr marL="493713" indent="0">
              <a:buNone/>
              <a:defRPr/>
            </a:lvl2pPr>
            <a:lvl3pPr marL="842962" indent="0">
              <a:buNone/>
              <a:defRPr/>
            </a:lvl3pPr>
            <a:lvl4pPr marL="1266060" indent="0">
              <a:buNone/>
              <a:defRPr/>
            </a:lvl4pPr>
            <a:lvl5pPr marL="1688082" indent="0">
              <a:buNone/>
              <a:defRPr/>
            </a:lvl5pPr>
          </a:lstStyle>
          <a:p>
            <a:pPr lvl="0"/>
            <a:r>
              <a:rPr lang="en-GB" dirty="0"/>
              <a:t>Click to edit Master</a:t>
            </a:r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169389F3-C80B-12A0-BEBF-29CECB50D2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8492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9BFE5C34-DBA0-5D49-91AF-9F555F519D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1295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B6D6F96-F0E6-4B7E-28B5-C130CFE96C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94098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3A9C7694-ECE3-2790-6678-02A06101ED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76901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85104EFF-3519-D684-2B80-9FFFF61842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623" y="582103"/>
            <a:ext cx="1216025" cy="576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D4DD5E-1D96-1647-E8E9-6A7D83D65AB5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94C02E6F-63B2-083F-642C-8B1F445E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F28FAFE6-9AFA-66FA-4823-21272A3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78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B01325C-F6E0-5196-931B-A1B01CEE6C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12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122BFCF-C366-74D8-A4C9-F9C21651B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854416"/>
            <a:ext cx="9144000" cy="380365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rtl="0">
              <a:defRPr>
                <a:solidFill>
                  <a:srgbClr val="3D3D3D"/>
                </a:solidFill>
              </a:defRPr>
            </a:lvl1pPr>
            <a:lvl2pPr rtl="0">
              <a:defRPr>
                <a:solidFill>
                  <a:srgbClr val="3D3D3D"/>
                </a:solidFill>
              </a:defRPr>
            </a:lvl2pPr>
            <a:lvl3pPr rtl="0">
              <a:defRPr>
                <a:solidFill>
                  <a:srgbClr val="3D3D3D"/>
                </a:solidFill>
              </a:defRPr>
            </a:lvl3pPr>
            <a:lvl4pPr rtl="0">
              <a:defRPr>
                <a:solidFill>
                  <a:srgbClr val="3D3D3D"/>
                </a:solidFill>
              </a:defRPr>
            </a:lvl4pPr>
            <a:lvl5pPr rtl="0"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76B350E4-262C-3E8F-1846-C531E4F4E1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50" y="854416"/>
            <a:ext cx="9144000" cy="38064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5C5EA24-6E97-5361-8311-23AF3AC81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241" y="99446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1FC61E5-D144-2242-BF45-37C95813D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4616" y="99446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BF5378-90EB-4E83-E32D-7FE3FDAAD4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96002" y="99446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1FE1E8-09BC-F168-C97F-B3B3636D34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241" y="137980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024907-E3FC-DB97-3D68-9673A4BFE3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4616" y="137980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875939-1564-A563-E1B1-28C7FCAF31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96002" y="137980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559B74B-2A78-AD77-D6B0-81FC5A178D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41" y="176513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CFDDBB6-5D9D-088B-807B-740F795C88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4616" y="176513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61922F-810E-CE54-FDE5-256A402AC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6002" y="176513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7E069F-B93D-0828-2228-B59D5A728B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7241" y="215047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45F426C-F783-9C4F-5DC0-9261791073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616" y="215047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0E0419-0FAE-AE9C-C845-DE167ABDFC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96002" y="215047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393012A-0302-1EA7-5687-6BD37E1CDB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241" y="253580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B522191-38FA-D2C3-B0A0-8FD372F163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616" y="253580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B2C0169-A407-6649-0101-9F3D7C9F049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96002" y="253580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6C4C7EE-12B8-E805-9A3F-09EAFA0251A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7241" y="292114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76401FC-0A8D-D819-0C91-8812551A25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4616" y="292114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8FCB58C-7411-015C-1882-B9F2434CB0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96002" y="292114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3BA6765-3480-C4C6-4405-C8E0899B65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91658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F6906-75FC-6374-D76F-C994509A6890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25" name="Slide Number Placeholder 15">
            <a:extLst>
              <a:ext uri="{FF2B5EF4-FFF2-40B4-BE49-F238E27FC236}">
                <a16:creationId xmlns:a16="http://schemas.microsoft.com/office/drawing/2014/main" id="{454D0225-0606-0EDA-3721-1903ABF8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410CE8EB-870D-171D-4D12-687A3D83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6954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" userDrawn="1">
          <p15:clr>
            <a:srgbClr val="FBAE40"/>
          </p15:clr>
        </p15:guide>
        <p15:guide id="2" orient="horz" pos="4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833EEB4-718C-DF24-AD79-7C6B4D3496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192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A7EACC-4B95-4072-5C50-D113157841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2361" y="1330773"/>
            <a:ext cx="9144000" cy="2805113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marL="0" indent="0" rtl="0">
              <a:buNone/>
              <a:defRPr>
                <a:solidFill>
                  <a:srgbClr val="3D3D3D"/>
                </a:solidFill>
              </a:defRPr>
            </a:lvl1pPr>
            <a:lvl2pPr>
              <a:defRPr>
                <a:solidFill>
                  <a:srgbClr val="3D3D3D"/>
                </a:solidFill>
              </a:defRPr>
            </a:lvl2pPr>
            <a:lvl3pPr>
              <a:defRPr>
                <a:solidFill>
                  <a:srgbClr val="3D3D3D"/>
                </a:solidFill>
              </a:defRPr>
            </a:lvl3pPr>
            <a:lvl4pPr>
              <a:defRPr>
                <a:solidFill>
                  <a:srgbClr val="3D3D3D"/>
                </a:solidFill>
              </a:defRPr>
            </a:lvl4pPr>
            <a:lvl5pPr marL="1688082" indent="0" rtl="0">
              <a:buNone/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E6C3FF-00A7-FE8C-C105-70DC9EC76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361" y="1336095"/>
            <a:ext cx="9146361" cy="2805113"/>
          </a:xfrm>
          <a:prstGeom prst="rect">
            <a:avLst/>
          </a:prstGeom>
          <a:solidFill>
            <a:srgbClr val="3D3D3D"/>
          </a:solidFill>
        </p:spPr>
        <p:txBody>
          <a:bodyPr/>
          <a:lstStyle>
            <a:lvl1pPr marL="0" indent="0">
              <a:buNone/>
              <a:defRPr>
                <a:solidFill>
                  <a:srgbClr val="3D3D3D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A097E4-D9B3-7FF4-7DD5-2881DB31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113" y="3408363"/>
            <a:ext cx="4433887" cy="411162"/>
          </a:xfrm>
          <a:prstGeom prst="rect">
            <a:avLst/>
          </a:prstGeom>
        </p:spPr>
        <p:txBody>
          <a:bodyPr/>
          <a:lstStyle>
            <a:lvl1pPr marL="0" indent="0" rtl="0">
              <a:buFontTx/>
              <a:buNone/>
              <a:defRPr sz="2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600" b="1">
                <a:solidFill>
                  <a:schemeClr val="bg1"/>
                </a:solidFill>
              </a:defRPr>
            </a:lvl2pPr>
            <a:lvl3pPr marL="914400" indent="0">
              <a:buNone/>
              <a:defRPr sz="2600" b="1">
                <a:solidFill>
                  <a:schemeClr val="bg1"/>
                </a:solidFill>
              </a:defRPr>
            </a:lvl3pPr>
            <a:lvl4pPr marL="1371600" indent="0">
              <a:buNone/>
              <a:defRPr sz="2600" b="1">
                <a:solidFill>
                  <a:schemeClr val="bg1"/>
                </a:solidFill>
              </a:defRPr>
            </a:lvl4pPr>
            <a:lvl5pPr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6155ED-769D-AB8F-77A7-EE26CD3FB6E3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83B0F7F6-EA27-9BF9-BED3-62958AE7AD8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3A36832-5332-3665-9ECF-B0337459C44B}"/>
              </a:ext>
            </a:extLst>
          </p:cNvPr>
          <p:cNvSpPr txBox="1">
            <a:spLocks/>
          </p:cNvSpPr>
          <p:nvPr userDrawn="1"/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4709C5-D592-4784-B331-5CC8F77FAAF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8328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5883B-728C-1796-C126-6B8D62988D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2771B8D-156C-518E-4576-7231EBF2D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878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415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D59254-1EBB-4CD3-49CD-2104E201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ECDE67-E01B-9178-88C8-D838BAC5E0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02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967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C84BCC25-37B2-A8A8-4A62-BF24E679E7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13545F3-C130-0DC7-4F06-80AD1C3C0D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91694BE-596B-36FA-A233-A33BE79723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44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70804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6B8517-9C5F-B3A7-5742-8082D6DB23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D266DA-EF3F-C340-40ED-EE28A0226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1501971-B8B9-8484-0787-44320AF02C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9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971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4C493647-95DB-582E-C88A-D3BFEBB16AA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1389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C5CD8-7BAF-118B-0257-4E7A04EBB3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10" name="Gerader Verbinder 2">
            <a:extLst>
              <a:ext uri="{FF2B5EF4-FFF2-40B4-BE49-F238E27FC236}">
                <a16:creationId xmlns:a16="http://schemas.microsoft.com/office/drawing/2014/main" id="{33F0510F-E570-0292-738B-40FE158FB84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CF6D5A8-F414-748D-BABA-5ECDCCD307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19055F7-5CF0-022F-E8ED-520A87BC1E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6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6992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656D2CF-FEBC-457A-BBE4-EAD28CBF09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DE70A22-C355-1235-78A2-CEB9D1C72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9A6374F-FEC8-E43D-A482-CD3376919E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30D6717-18EF-AB6F-A3A7-5E8261BF2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61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8298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6" name="Gerader Verbinder 2">
            <a:extLst>
              <a:ext uri="{FF2B5EF4-FFF2-40B4-BE49-F238E27FC236}">
                <a16:creationId xmlns:a16="http://schemas.microsoft.com/office/drawing/2014/main" id="{B4DD0D50-E58D-526C-033A-73A71AE0384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4472" y="1069809"/>
            <a:ext cx="273595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D8EE8B-AE43-468A-AF30-B7F8CDA1E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295D2C4-085A-74F3-112E-39B177747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03F3D5F-62E4-8700-9056-F72505F525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B666C4-0DA7-6214-B151-008102DC94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865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820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5B0DF8F-0485-352D-C1B9-A61FB7B15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1CFFC1-1E1C-78FC-CE5C-0236517A3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57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8381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5616575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99D20A6-E4A9-3510-1CCD-D538CE9F7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3DAEE-ECA3-EE96-AC58-63405FAA7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59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742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D4F436-70D7-3002-8CD6-0DA229FB16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0DEC2AF-327D-95E5-BB45-6978C30CB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83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10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52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3575" y="1069809"/>
            <a:ext cx="561731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EBD9D15-264F-3B12-89B7-B460569C72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DDD7C4-C08D-679B-3C58-22E1479D9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18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558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8A64B7-0EF4-DC35-647D-53514AF46C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72814A-E3F6-DB3E-EBAD-847C978B3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AD413A-221F-7730-8870-8D4802380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339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916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6281F47A-28DB-96BB-FA47-C6FCD011A4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7E5674-F10F-E69F-8667-31DB99952B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6F70B8C4-BF85-937E-BB11-31FB3A86E96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3009646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6D061AB-D45F-200B-3A3A-77917E3077C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28B3D62-3C7D-5ED6-1450-4A87EA7BBD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1D2FFA-F2C4-6403-0FE2-15414B0E92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43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760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8F69E-8369-653A-41A4-1B3286C832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E50BEB16-5A21-3CCE-3796-2132129D2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3595AED-4416-DC0B-380B-DE04C3B79C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3B4F99-110E-A37A-BE18-1A38E7C173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11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1573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7166092-C41E-F76C-06D0-1F7CE64AE6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C502E1-17FE-312E-A97A-D4FF33D2C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28B7C4A1-867F-7A4F-41FB-67FC22715E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46746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32" name="Gerader Verbinder 2">
            <a:extLst>
              <a:ext uri="{FF2B5EF4-FFF2-40B4-BE49-F238E27FC236}">
                <a16:creationId xmlns:a16="http://schemas.microsoft.com/office/drawing/2014/main" id="{5F217ED3-806D-9B90-F2ED-8C8B9AF6A5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3135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r Verbinder 2">
            <a:extLst>
              <a:ext uri="{FF2B5EF4-FFF2-40B4-BE49-F238E27FC236}">
                <a16:creationId xmlns:a16="http://schemas.microsoft.com/office/drawing/2014/main" id="{F43D3543-727B-9785-3969-7695938977A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9" name="Gerader Verbinder 2">
            <a:extLst>
              <a:ext uri="{FF2B5EF4-FFF2-40B4-BE49-F238E27FC236}">
                <a16:creationId xmlns:a16="http://schemas.microsoft.com/office/drawing/2014/main" id="{6469EC4A-5367-7A8D-B2A5-63414C4C62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6944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A7E144-E201-1016-685E-4F87E28CD5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B76AE7B-5DC4-9A14-19D2-AF43E233B9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45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tags" Target="../tags/tag2.xml"/><Relationship Id="rId21" Type="http://schemas.openxmlformats.org/officeDocument/2006/relationships/tags" Target="../tags/tag3.xml"/><Relationship Id="rId22" Type="http://schemas.openxmlformats.org/officeDocument/2006/relationships/tags" Target="../tags/tag4.xml"/><Relationship Id="rId23" Type="http://schemas.openxmlformats.org/officeDocument/2006/relationships/tags" Target="../tags/tag5.xml"/><Relationship Id="rId24" Type="http://schemas.openxmlformats.org/officeDocument/2006/relationships/tags" Target="../tags/tag6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35FDF6-69F1-4D07-88E9-E7A15A68ED3D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263055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35FDF6-69F1-4D07-88E9-E7A15A68ED3D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Gerade Verbindung 18"/>
          <p:cNvCxnSpPr>
            <a:cxnSpLocks/>
          </p:cNvCxnSpPr>
          <p:nvPr userDrawn="1">
            <p:custDataLst>
              <p:tags r:id="rId21"/>
            </p:custDataLst>
          </p:nvPr>
        </p:nvCxnSpPr>
        <p:spPr>
          <a:xfrm>
            <a:off x="323850" y="4837540"/>
            <a:ext cx="8496300" cy="0"/>
          </a:xfrm>
          <a:prstGeom prst="line">
            <a:avLst/>
          </a:prstGeom>
          <a:ln w="6350">
            <a:solidFill>
              <a:srgbClr val="263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EED79411-0D9F-4E34-B20E-B15E099E1FFB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E2F54366-387C-4966-A835-2F1B1AE00373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lvl1pPr algn="r"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3" name="Fußzeilenplatzhalter 6">
            <a:extLst>
              <a:ext uri="{FF2B5EF4-FFF2-40B4-BE49-F238E27FC236}">
                <a16:creationId xmlns:a16="http://schemas.microsoft.com/office/drawing/2014/main" id="{B183A919-F06C-4079-B189-E31D2D5F08A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pic>
        <p:nvPicPr>
          <p:cNvPr id="4" name="Grafik 12">
            <a:extLst>
              <a:ext uri="{FF2B5EF4-FFF2-40B4-BE49-F238E27FC236}">
                <a16:creationId xmlns:a16="http://schemas.microsoft.com/office/drawing/2014/main" id="{2C2A8472-B2A0-3A42-A5D5-3467F5A0408F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122" y="219924"/>
            <a:ext cx="1057028" cy="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673" r:id="rId4"/>
    <p:sldLayoutId id="2147483761" r:id="rId5"/>
    <p:sldLayoutId id="2147483738" r:id="rId6"/>
    <p:sldLayoutId id="2147483762" r:id="rId7"/>
    <p:sldLayoutId id="2147483734" r:id="rId8"/>
    <p:sldLayoutId id="2147483763" r:id="rId9"/>
    <p:sldLayoutId id="2147483733" r:id="rId10"/>
    <p:sldLayoutId id="2147483764" r:id="rId11"/>
    <p:sldLayoutId id="2147483739" r:id="rId12"/>
    <p:sldLayoutId id="2147483765" r:id="rId13"/>
    <p:sldLayoutId id="2147483740" r:id="rId14"/>
    <p:sldLayoutId id="2147483767" r:id="rId15"/>
    <p:sldLayoutId id="2147483741" r:id="rId16"/>
    <p:sldLayoutId id="2147483766" r:id="rId17"/>
    <p:sldLayoutId id="2147483732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263F6A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5pPr>
      <a:lvl6pPr marL="42202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6pPr>
      <a:lvl7pPr marL="84404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7pPr>
      <a:lvl8pPr marL="126606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8pPr>
      <a:lvl9pPr marL="168808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9pPr>
    </p:titleStyle>
    <p:bodyStyle>
      <a:lvl1pPr marL="180975" indent="-18097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05000"/>
        <a:buFont typeface="Wingdings" pitchFamily="2" charset="2"/>
        <a:buChar char="§"/>
        <a:defRPr sz="1292">
          <a:solidFill>
            <a:srgbClr val="000000"/>
          </a:solidFill>
          <a:latin typeface="Calibri" pitchFamily="34" charset="0"/>
          <a:ea typeface="+mn-ea"/>
          <a:cs typeface="Calibri" panose="020F0502020204030204" pitchFamily="34" charset="0"/>
        </a:defRPr>
      </a:lvl1pPr>
      <a:lvl2pPr marL="719138" indent="-22542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10000"/>
        <a:buFont typeface="Symbol" panose="05050102010706020507" pitchFamily="18" charset="2"/>
        <a:buChar char="-"/>
        <a:defRPr sz="1292">
          <a:solidFill>
            <a:srgbClr val="000000"/>
          </a:solidFill>
          <a:latin typeface="Calibri" pitchFamily="34" charset="0"/>
          <a:cs typeface="Calibri" panose="020F0502020204030204" pitchFamily="34" charset="0"/>
        </a:defRPr>
      </a:lvl2pPr>
      <a:lvl3pPr marL="987425" indent="-144463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92">
          <a:solidFill>
            <a:srgbClr val="000000"/>
          </a:solidFill>
          <a:latin typeface="Calibri" pitchFamily="34" charset="0"/>
        </a:defRPr>
      </a:lvl3pPr>
      <a:lvl4pPr marL="1393546" indent="-127486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4pPr>
      <a:lvl5pPr marL="1809706" indent="-121624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5pPr>
      <a:lvl6pPr marL="223172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6pPr>
      <a:lvl7pPr marL="265374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7pPr>
      <a:lvl8pPr marL="307576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8pPr>
      <a:lvl9pPr marL="349778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2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06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08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12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1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162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5556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204" userDrawn="1">
          <p15:clr>
            <a:srgbClr val="F26B43"/>
          </p15:clr>
        </p15:guide>
        <p15:guide id="5" pos="3742" userDrawn="1">
          <p15:clr>
            <a:srgbClr val="F26B43"/>
          </p15:clr>
        </p15:guide>
        <p15:guide id="6" orient="horz" pos="418" userDrawn="1">
          <p15:clr>
            <a:srgbClr val="F26B43"/>
          </p15:clr>
        </p15:guide>
        <p15:guide id="7" orient="horz" pos="327" userDrawn="1">
          <p15:clr>
            <a:srgbClr val="F26B43"/>
          </p15:clr>
        </p15:guide>
        <p15:guide id="8" orient="horz" pos="191" userDrawn="1">
          <p15:clr>
            <a:srgbClr val="F26B43"/>
          </p15:clr>
        </p15:guide>
        <p15:guide id="9" orient="horz" pos="259" userDrawn="1">
          <p15:clr>
            <a:srgbClr val="F26B43"/>
          </p15:clr>
        </p15:guide>
        <p15:guide id="10" pos="2993" userDrawn="1">
          <p15:clr>
            <a:srgbClr val="F26B43"/>
          </p15:clr>
        </p15:guide>
        <p15:guide id="11" pos="2767" userDrawn="1">
          <p15:clr>
            <a:srgbClr val="F26B43"/>
          </p15:clr>
        </p15:guide>
        <p15:guide id="12" pos="2018" userDrawn="1">
          <p15:clr>
            <a:srgbClr val="F26B43"/>
          </p15:clr>
        </p15:guide>
        <p15:guide id="13" pos="3833" userDrawn="1">
          <p15:clr>
            <a:srgbClr val="F26B43"/>
          </p15:clr>
        </p15:guide>
        <p15:guide id="14" pos="1927" userDrawn="1">
          <p15:clr>
            <a:srgbClr val="F26B43"/>
          </p15:clr>
        </p15:guide>
        <p15:guide id="15" orient="horz" pos="2935" userDrawn="1">
          <p15:clr>
            <a:srgbClr val="F26B43"/>
          </p15:clr>
        </p15:guide>
        <p15:guide id="16" orient="horz" pos="2958" userDrawn="1">
          <p15:clr>
            <a:srgbClr val="F26B43"/>
          </p15:clr>
        </p15:guide>
        <p15:guide id="17" orient="horz" pos="531" userDrawn="1">
          <p15:clr>
            <a:srgbClr val="F26B43"/>
          </p15:clr>
        </p15:guide>
        <p15:guide id="18" orient="horz" pos="1733" userDrawn="1">
          <p15:clr>
            <a:srgbClr val="F26B43"/>
          </p15:clr>
        </p15:guide>
        <p15:guide id="19" orient="horz" pos="1847" userDrawn="1">
          <p15:clr>
            <a:srgbClr val="F26B43"/>
          </p15:clr>
        </p15:guide>
        <p15:guide id="20" orient="horz" pos="304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Relationship Id="rId9" Type="http://schemas.openxmlformats.org/officeDocument/2006/relationships/tags" Target="../tags/tag52.xml"/><Relationship Id="rId10" Type="http://schemas.openxmlformats.org/officeDocument/2006/relationships/tags" Target="../tags/tag53.xml"/><Relationship Id="rId11" Type="http://schemas.openxmlformats.org/officeDocument/2006/relationships/tags" Target="../tags/tag54.xml"/><Relationship Id="rId12" Type="http://schemas.openxmlformats.org/officeDocument/2006/relationships/tags" Target="../tags/tag55.xml"/><Relationship Id="rId13" Type="http://schemas.openxmlformats.org/officeDocument/2006/relationships/tags" Target="../tags/tag56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ags" Target="../tags/tag63.xml"/><Relationship Id="rId21" Type="http://schemas.openxmlformats.org/officeDocument/2006/relationships/tags" Target="../tags/tag64.xml"/><Relationship Id="rId22" Type="http://schemas.openxmlformats.org/officeDocument/2006/relationships/tags" Target="../tags/tag65.xml"/><Relationship Id="rId23" Type="http://schemas.openxmlformats.org/officeDocument/2006/relationships/tags" Target="../tags/tag66.xml"/><Relationship Id="rId24" Type="http://schemas.openxmlformats.org/officeDocument/2006/relationships/tags" Target="../tags/tag67.xml"/><Relationship Id="rId25" Type="http://schemas.openxmlformats.org/officeDocument/2006/relationships/tags" Target="../tags/tag68.xml"/><Relationship Id="rId26" Type="http://schemas.openxmlformats.org/officeDocument/2006/relationships/tags" Target="../tags/tag69.xml"/><Relationship Id="rId27" Type="http://schemas.openxmlformats.org/officeDocument/2006/relationships/tags" Target="../tags/tag70.xml"/><Relationship Id="rId28" Type="http://schemas.openxmlformats.org/officeDocument/2006/relationships/tags" Target="../tags/tag71.xml"/><Relationship Id="rId29" Type="http://schemas.openxmlformats.org/officeDocument/2006/relationships/tags" Target="../tags/tag72.xml"/><Relationship Id="rId30" Type="http://schemas.openxmlformats.org/officeDocument/2006/relationships/tags" Target="../tags/tag73.xml"/><Relationship Id="rId31" Type="http://schemas.openxmlformats.org/officeDocument/2006/relationships/tags" Target="../tags/tag74.xml"/><Relationship Id="rId32" Type="http://schemas.openxmlformats.org/officeDocument/2006/relationships/tags" Target="../tags/tag75.xml"/><Relationship Id="rId33" Type="http://schemas.openxmlformats.org/officeDocument/2006/relationships/tags" Target="../tags/tag76.xml"/><Relationship Id="rId34" Type="http://schemas.openxmlformats.org/officeDocument/2006/relationships/tags" Target="../tags/tag77.xml"/><Relationship Id="rId35" Type="http://schemas.openxmlformats.org/officeDocument/2006/relationships/tags" Target="../tags/tag78.xml"/><Relationship Id="rId36" Type="http://schemas.openxmlformats.org/officeDocument/2006/relationships/tags" Target="../tags/tag79.xml"/><Relationship Id="rId37" Type="http://schemas.openxmlformats.org/officeDocument/2006/relationships/tags" Target="../tags/tag80.xml"/><Relationship Id="rId38" Type="http://schemas.openxmlformats.org/officeDocument/2006/relationships/tags" Target="../tags/tag81.xml"/><Relationship Id="rId39" Type="http://schemas.openxmlformats.org/officeDocument/2006/relationships/tags" Target="../tags/tag82.xml"/><Relationship Id="rId40" Type="http://schemas.openxmlformats.org/officeDocument/2006/relationships/tags" Target="../tags/tag83.xml"/><Relationship Id="rId41" Type="http://schemas.openxmlformats.org/officeDocument/2006/relationships/tags" Target="../tags/tag84.xml"/><Relationship Id="rId42" Type="http://schemas.openxmlformats.org/officeDocument/2006/relationships/tags" Target="../tags/tag85.xml"/><Relationship Id="rId43" Type="http://schemas.openxmlformats.org/officeDocument/2006/relationships/tags" Target="../tags/tag86.xml"/><Relationship Id="rId44" Type="http://schemas.openxmlformats.org/officeDocument/2006/relationships/tags" Target="../tags/tag87.xml"/><Relationship Id="rId45" Type="http://schemas.openxmlformats.org/officeDocument/2006/relationships/tags" Target="../tags/tag88.xml"/><Relationship Id="rId46" Type="http://schemas.openxmlformats.org/officeDocument/2006/relationships/tags" Target="../tags/tag89.xml"/><Relationship Id="rId47" Type="http://schemas.openxmlformats.org/officeDocument/2006/relationships/tags" Target="../tags/tag90.xml"/><Relationship Id="rId48" Type="http://schemas.openxmlformats.org/officeDocument/2006/relationships/tags" Target="../tags/tag91.xml"/><Relationship Id="rId49" Type="http://schemas.openxmlformats.org/officeDocument/2006/relationships/tags" Target="../tags/tag92.xml"/><Relationship Id="rId50" Type="http://schemas.openxmlformats.org/officeDocument/2006/relationships/tags" Target="../tags/tag93.xml"/><Relationship Id="rId51" Type="http://schemas.openxmlformats.org/officeDocument/2006/relationships/tags" Target="../tags/tag94.xml"/><Relationship Id="rId52" Type="http://schemas.openxmlformats.org/officeDocument/2006/relationships/tags" Target="../tags/tag95.xml"/><Relationship Id="rId53" Type="http://schemas.openxmlformats.org/officeDocument/2006/relationships/tags" Target="../tags/tag96.xml"/><Relationship Id="rId54" Type="http://schemas.openxmlformats.org/officeDocument/2006/relationships/tags" Target="../tags/tag97.xml"/><Relationship Id="rId55" Type="http://schemas.openxmlformats.org/officeDocument/2006/relationships/tags" Target="../tags/tag98.xml"/><Relationship Id="rId56" Type="http://schemas.openxmlformats.org/officeDocument/2006/relationships/tags" Target="../tags/tag99.xml"/><Relationship Id="rId57" Type="http://schemas.openxmlformats.org/officeDocument/2006/relationships/tags" Target="../tags/tag100.xml"/><Relationship Id="rId58" Type="http://schemas.openxmlformats.org/officeDocument/2006/relationships/tags" Target="../tags/tag101.xml"/><Relationship Id="rId59" Type="http://schemas.openxmlformats.org/officeDocument/2006/relationships/tags" Target="../tags/tag102.xml"/><Relationship Id="rId60" Type="http://schemas.openxmlformats.org/officeDocument/2006/relationships/tags" Target="../tags/tag103.xml"/><Relationship Id="rId61" Type="http://schemas.openxmlformats.org/officeDocument/2006/relationships/tags" Target="../tags/tag104.xml"/><Relationship Id="rId62" Type="http://schemas.openxmlformats.org/officeDocument/2006/relationships/tags" Target="../tags/tag105.xml"/><Relationship Id="rId63" Type="http://schemas.openxmlformats.org/officeDocument/2006/relationships/tags" Target="../tags/tag106.xml"/><Relationship Id="rId64" Type="http://schemas.openxmlformats.org/officeDocument/2006/relationships/tags" Target="../tags/tag107.xml"/><Relationship Id="rId65" Type="http://schemas.openxmlformats.org/officeDocument/2006/relationships/tags" Target="../tags/tag108.xml"/><Relationship Id="rId66" Type="http://schemas.openxmlformats.org/officeDocument/2006/relationships/tags" Target="../tags/tag109.xml"/><Relationship Id="rId67" Type="http://schemas.openxmlformats.org/officeDocument/2006/relationships/tags" Target="../tags/tag110.xml"/><Relationship Id="rId68" Type="http://schemas.openxmlformats.org/officeDocument/2006/relationships/tags" Target="../tags/tag111.xml"/><Relationship Id="rId69" Type="http://schemas.openxmlformats.org/officeDocument/2006/relationships/tags" Target="../tags/tag112.xml"/><Relationship Id="rId70" Type="http://schemas.openxmlformats.org/officeDocument/2006/relationships/tags" Target="../tags/tag113.xml"/><Relationship Id="rId71" Type="http://schemas.openxmlformats.org/officeDocument/2006/relationships/tags" Target="../tags/tag114.xml"/><Relationship Id="rId72" Type="http://schemas.openxmlformats.org/officeDocument/2006/relationships/tags" Target="../tags/tag115.xml"/><Relationship Id="rId73" Type="http://schemas.openxmlformats.org/officeDocument/2006/relationships/tags" Target="../tags/tag116.xml"/><Relationship Id="rId74" Type="http://schemas.openxmlformats.org/officeDocument/2006/relationships/tags" Target="../tags/tag117.xml"/><Relationship Id="rId75" Type="http://schemas.openxmlformats.org/officeDocument/2006/relationships/tags" Target="../tags/tag118.xml"/><Relationship Id="rId76" Type="http://schemas.openxmlformats.org/officeDocument/2006/relationships/tags" Target="../tags/tag119.xml"/><Relationship Id="rId77" Type="http://schemas.openxmlformats.org/officeDocument/2006/relationships/slideLayout" Target="../slideLayouts/slideLayout4.xml"/><Relationship Id="rId78" Type="http://schemas.openxmlformats.org/officeDocument/2006/relationships/notesSlide" Target="../notesSlides/notesSlide1.xml"/><Relationship Id="rId79" Type="http://schemas.openxmlformats.org/officeDocument/2006/relationships/oleObject" Target="../embeddings/oleObject18.bin"/><Relationship Id="rId80" Type="http://schemas.openxmlformats.org/officeDocument/2006/relationships/chart" Target="../charts/chart1.xml"/><Relationship Id="rId81" Type="http://schemas.openxmlformats.org/officeDocument/2006/relationships/chart" Target="../charts/chart2.xml"/><Relationship Id="rId8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7748-C471-C978-FD50-E79E067C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ortfolio_content">
            <a:extLst>
              <a:ext uri="{FF2B5EF4-FFF2-40B4-BE49-F238E27FC236}">
                <a16:creationId xmlns:a16="http://schemas.microsoft.com/office/drawing/2014/main" id="{B274DCBF-4E82-29E2-7CD7-4886BDAFDA9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702404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</p:txBody>
      </p:sp>
      <p:sp>
        <p:nvSpPr>
          <p:cNvPr id="8" name="financials_box">
            <a:extLst>
              <a:ext uri="{FF2B5EF4-FFF2-40B4-BE49-F238E27FC236}">
                <a16:creationId xmlns:a16="http://schemas.microsoft.com/office/drawing/2014/main" id="{717BFB5F-1DE8-F062-A2A4-DAB5764EEE5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702404" y="3058088"/>
            <a:ext cx="2346736" cy="160122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cxnSp>
        <p:nvCxnSpPr>
          <p:cNvPr id="11" name="Gerader Verbinder 12">
            <a:extLst>
              <a:ext uri="{FF2B5EF4-FFF2-40B4-BE49-F238E27FC236}">
                <a16:creationId xmlns:a16="http://schemas.microsoft.com/office/drawing/2014/main" id="{AEC0949F-A57D-D5E5-510A-11E94B3F8FCC}"/>
              </a:ext>
            </a:extLst>
          </p:cNvPr>
          <p:cNvCxnSpPr>
            <a:cxnSpLocks/>
          </p:cNvCxnSpPr>
          <p:nvPr/>
        </p:nvCxnSpPr>
        <p:spPr bwMode="auto">
          <a:xfrm>
            <a:off x="4771170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financials_header">
            <a:extLst>
              <a:ext uri="{FF2B5EF4-FFF2-40B4-BE49-F238E27FC236}">
                <a16:creationId xmlns:a16="http://schemas.microsoft.com/office/drawing/2014/main" id="{D00167B4-DFF1-BBC5-F2AF-C6534D6DE064}"/>
              </a:ext>
            </a:extLst>
          </p:cNvPr>
          <p:cNvSpPr txBox="1"/>
          <p:nvPr/>
        </p:nvSpPr>
        <p:spPr>
          <a:xfrm>
            <a:off x="4753741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Financials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837A3-8476-6F8F-4DA6-DA3E79B9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419" y="4913018"/>
            <a:ext cx="1800506" cy="180000"/>
          </a:xfrm>
        </p:spPr>
        <p:txBody>
          <a:bodyPr/>
          <a:lstStyle/>
          <a:p>
            <a:pPr>
              <a:defRPr/>
            </a:pPr>
            <a:r>
              <a:rPr lang="en-GB" noProof="0" dirty="0"/>
              <a:t>CONSTELLATION CAPITAL AG</a:t>
            </a:r>
            <a:endParaRPr lang="en-GB" noProof="0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A4AD5-A346-F256-04BF-D78686FC9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ea typeface="ＭＳ Ｐゴシック"/>
              </a:rPr>
              <a:t>Strictly 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E351-8280-3C1A-BC1B-681F1782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GB" noProof="0" smtClean="0"/>
              <a:pPr>
                <a:defRPr/>
              </a:pPr>
              <a:t>1</a:t>
            </a:fld>
            <a:endParaRPr lang="en-GB" noProof="0" dirty="0"/>
          </a:p>
        </p:txBody>
      </p:sp>
      <p:sp>
        <p:nvSpPr>
          <p:cNvPr id="5" name="header_title">
            <a:extLst>
              <a:ext uri="{FF2B5EF4-FFF2-40B4-BE49-F238E27FC236}">
                <a16:creationId xmlns:a16="http://schemas.microsoft.com/office/drawing/2014/main" id="{F75DCC96-A822-E338-42A6-512751EA0F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One Pager </a:t>
            </a:r>
            <a:r>
              <a:rPr lang="en-GB" b="1" i="0" noProof="0" dirty="0">
                <a:solidFill>
                  <a:srgbClr val="10162F"/>
                </a:solidFill>
                <a:effectLst/>
                <a:latin typeface="Apercu"/>
              </a:rPr>
              <a:t/>
            </a:r>
            <a:endParaRPr lang="en-GB" b="1" noProof="0" dirty="0"/>
          </a:p>
        </p:txBody>
      </p:sp>
      <p:sp>
        <p:nvSpPr>
          <p:cNvPr id="6" name="header_tagline">
            <a:extLst>
              <a:ext uri="{FF2B5EF4-FFF2-40B4-BE49-F238E27FC236}">
                <a16:creationId xmlns:a16="http://schemas.microsoft.com/office/drawing/2014/main" id="{C0A51F02-72EB-A4ED-1B23-75A3A858ED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9" name="rationale_content">
            <a:extLst>
              <a:ext uri="{FF2B5EF4-FFF2-40B4-BE49-F238E27FC236}">
                <a16:creationId xmlns:a16="http://schemas.microsoft.com/office/drawing/2014/main" id="{57768E33-8FB7-0264-C758-DC74141D23B4}"/>
              </a:ext>
            </a:extLst>
          </p:cNvPr>
          <p:cNvSpPr/>
          <p:nvPr/>
        </p:nvSpPr>
        <p:spPr>
          <a:xfrm>
            <a:off x="7189750" y="1337631"/>
            <a:ext cx="1624051" cy="27570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3600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en-US" sz="800" noProof="0" dirty="0"/>
              <a:t/>
            </a: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de-CH" sz="800" noProof="0" dirty="0" err="1"/>
              <a:t/>
            </a:r>
            <a:r>
              <a:rPr lang="de-CH" sz="800" noProof="0" dirty="0"/>
              <a:t/>
            </a:r>
            <a:r>
              <a:rPr lang="de-CH" sz="800" noProof="0" dirty="0" err="1"/>
              <a:t/>
            </a:r>
            <a:endParaRPr lang="en-GB" sz="800" noProof="0" dirty="0"/>
          </a:p>
          <a:p>
            <a:pPr marL="88900" indent="-88900">
              <a:spcAft>
                <a:spcPts val="100"/>
              </a:spcAft>
              <a:buClr>
                <a:srgbClr val="F4C500"/>
              </a:buClr>
              <a:buFont typeface="Calibri" panose="020F0502020204030204" pitchFamily="34" charset="0"/>
              <a:buChar char="?"/>
              <a:defRPr/>
            </a:pPr>
            <a:r>
              <a:rPr lang="de-CH" sz="800" dirty="0"/>
              <a:t/>
            </a:r>
            <a:r>
              <a:rPr lang="de-CH" sz="800" dirty="0" err="1"/>
              <a:t/>
            </a:r>
            <a:r>
              <a:rPr lang="de-CH" sz="800" dirty="0"/>
              <a:t/>
            </a:r>
            <a:r>
              <a:rPr lang="de-CH" sz="800" dirty="0" err="1"/>
              <a:t/>
            </a:r>
            <a:r>
              <a:rPr lang="de-CH" sz="800" dirty="0"/>
              <a:t/>
            </a:r>
            <a:r>
              <a:rPr lang="de-CH" sz="800" dirty="0" err="1"/>
              <a:t/>
            </a:r>
            <a:r>
              <a:rPr lang="de-CH" sz="800" dirty="0"/>
              <a:t/>
            </a:r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de-CH" sz="800" dirty="0">
                <a:solidFill>
                  <a:srgbClr val="000000"/>
                </a:solidFill>
              </a:rPr>
              <a:t/>
            </a:r>
            <a:r>
              <a:rPr lang="de-CH" sz="800" dirty="0" err="1">
                <a:solidFill>
                  <a:srgbClr val="000000"/>
                </a:solidFill>
              </a:rPr>
              <a:t/>
            </a:r>
            <a:r>
              <a:rPr lang="de-CH" sz="800" dirty="0">
                <a:solidFill>
                  <a:srgbClr val="000000"/>
                </a:solidFill>
              </a:rPr>
              <a:t/>
            </a:r>
            <a:r>
              <a:rPr lang="de-CH" sz="800" dirty="0" err="1">
                <a:solidFill>
                  <a:srgbClr val="000000"/>
                </a:solidFill>
              </a:rPr>
              <a:t/>
            </a:r>
            <a:r>
              <a:rPr lang="de-CH" sz="800" dirty="0">
                <a:solidFill>
                  <a:srgbClr val="000000"/>
                </a:solidFill>
              </a:rPr>
              <a:t/>
            </a:r>
            <a:r>
              <a:rPr lang="de-CH" sz="800" dirty="0" err="1">
                <a:solidFill>
                  <a:srgbClr val="000000"/>
                </a:solidFill>
              </a:rPr>
              <a:t/>
            </a:r>
            <a:endParaRPr lang="de-CH" sz="800" dirty="0">
              <a:solidFill>
                <a:srgbClr val="000000"/>
              </a:solidFill>
            </a:endParaRPr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de-CH" sz="800" dirty="0">
                <a:solidFill>
                  <a:srgbClr val="000000"/>
                </a:solidFill>
              </a:rPr>
              <a:t/>
            </a:r>
            <a:r>
              <a:rPr lang="de-CH" sz="800" dirty="0" err="1">
                <a:solidFill>
                  <a:srgbClr val="000000"/>
                </a:solidFill>
              </a:rPr>
              <a:t/>
            </a:r>
            <a:endParaRPr lang="de-CH" sz="800" dirty="0">
              <a:solidFill>
                <a:srgbClr val="000000"/>
              </a:solidFill>
            </a:endParaRPr>
          </a:p>
        </p:txBody>
      </p:sp>
      <p:cxnSp>
        <p:nvCxnSpPr>
          <p:cNvPr id="13" name="Gerader Verbinder 17">
            <a:extLst>
              <a:ext uri="{FF2B5EF4-FFF2-40B4-BE49-F238E27FC236}">
                <a16:creationId xmlns:a16="http://schemas.microsoft.com/office/drawing/2014/main" id="{44FAE096-C3F4-E44E-E106-F110AA571B72}"/>
              </a:ext>
            </a:extLst>
          </p:cNvPr>
          <p:cNvCxnSpPr>
            <a:cxnSpLocks/>
          </p:cNvCxnSpPr>
          <p:nvPr/>
        </p:nvCxnSpPr>
        <p:spPr bwMode="auto">
          <a:xfrm>
            <a:off x="7255650" y="1559131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investment_thesis">
            <a:extLst>
              <a:ext uri="{FF2B5EF4-FFF2-40B4-BE49-F238E27FC236}">
                <a16:creationId xmlns:a16="http://schemas.microsoft.com/office/drawing/2014/main" id="{747D04C9-7BBC-4320-5DA8-7C5B0A4160D0}"/>
              </a:ext>
            </a:extLst>
          </p:cNvPr>
          <p:cNvSpPr txBox="1"/>
          <p:nvPr/>
        </p:nvSpPr>
        <p:spPr>
          <a:xfrm>
            <a:off x="328492" y="842963"/>
            <a:ext cx="8487015" cy="4175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0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algn="l"/>
            <a:r>
              <a:rPr lang="en-GB" sz="1200" b="1" noProof="0" dirty="0">
                <a:solidFill>
                  <a:schemeClr val="accent1"/>
                </a:solidFill>
              </a:rPr>
              <a:t/>
            </a:r>
            <a:r>
              <a:rPr lang="en-US" sz="1200" b="1" dirty="0">
                <a:solidFill>
                  <a:schemeClr val="dk1"/>
                </a:solidFill>
              </a:rPr>
              <a:t/>
            </a:r>
            <a:endParaRPr lang="en-GB" sz="1400" b="1" noProof="0" dirty="0">
              <a:solidFill>
                <a:schemeClr val="dk1"/>
              </a:solidFill>
            </a:endParaRPr>
          </a:p>
        </p:txBody>
      </p:sp>
      <p:sp>
        <p:nvSpPr>
          <p:cNvPr id="22" name="status_content">
            <a:extLst>
              <a:ext uri="{FF2B5EF4-FFF2-40B4-BE49-F238E27FC236}">
                <a16:creationId xmlns:a16="http://schemas.microsoft.com/office/drawing/2014/main" id="{C93816DC-0F06-9234-DC66-3C1F276100F7}"/>
              </a:ext>
            </a:extLst>
          </p:cNvPr>
          <p:cNvSpPr txBox="1"/>
          <p:nvPr/>
        </p:nvSpPr>
        <p:spPr>
          <a:xfrm>
            <a:off x="7196138" y="4249738"/>
            <a:ext cx="1617663" cy="4095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72000" tIns="36000" rIns="36000" bIns="36000" rtlCol="0" anchor="t" anchorCtr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sz="1100" noProof="0" dirty="0"/>
              <a:t/>
            </a:r>
          </a:p>
          <a:p>
            <a:r>
              <a:rPr lang="en-GB" sz="800" b="0" noProof="0" dirty="0">
                <a:solidFill>
                  <a:schemeClr val="dk1"/>
                </a:solidFill>
              </a:rPr>
              <a:t/>
            </a:r>
            <a:r>
              <a:rPr lang="en-GB" sz="800" b="0" noProof="0" dirty="0">
                <a:solidFill>
                  <a:schemeClr val="tx1"/>
                </a:solidFill>
              </a:rPr>
              <a:t/>
            </a:r>
            <a:r>
              <a:rPr lang="en-GB" sz="800" b="0" dirty="0">
                <a:solidFill>
                  <a:schemeClr val="tx1"/>
                </a:solidFill>
              </a:rPr>
              <a:t/>
            </a:r>
            <a:r>
              <a:rPr lang="en-GB" sz="800" b="0" noProof="0" dirty="0">
                <a:solidFill>
                  <a:schemeClr val="tx1"/>
                </a:solidFill>
              </a:rPr>
              <a:t/>
            </a:r>
            <a:r>
              <a:rPr lang="en-GB" sz="800" b="0" dirty="0">
                <a:solidFill>
                  <a:schemeClr val="tx1"/>
                </a:solidFill>
              </a:rPr>
              <a:t/>
            </a:r>
            <a:r>
              <a:rPr lang="en-GB" sz="800" b="0" noProof="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23" name="Gleichschenkliges Dreieck 48">
            <a:extLst>
              <a:ext uri="{FF2B5EF4-FFF2-40B4-BE49-F238E27FC236}">
                <a16:creationId xmlns:a16="http://schemas.microsoft.com/office/drawing/2014/main" id="{554E2CDD-6EB4-F04B-FFCB-AF03C564FE43}"/>
              </a:ext>
            </a:extLst>
          </p:cNvPr>
          <p:cNvSpPr/>
          <p:nvPr/>
        </p:nvSpPr>
        <p:spPr>
          <a:xfrm flipV="1">
            <a:off x="7205663" y="4123790"/>
            <a:ext cx="1608138" cy="96838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 noProof="0" dirty="0">
              <a:latin typeface="+mn-lt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082C9BF6-8868-B442-53BF-121FCDA9AD10}"/>
              </a:ext>
            </a:extLst>
          </p:cNvPr>
          <p:cNvSpPr txBox="1"/>
          <p:nvPr/>
        </p:nvSpPr>
        <p:spPr>
          <a:xfrm>
            <a:off x="328492" y="4726408"/>
            <a:ext cx="8485309" cy="1101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GB" sz="600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656F25-61FD-4F3F-A8FC-D1998D5CFA8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646335" y="4734539"/>
            <a:ext cx="1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" noProof="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ED065C-6D75-14CB-7285-1E2BBB441E4E}"/>
              </a:ext>
            </a:extLst>
          </p:cNvPr>
          <p:cNvGrpSpPr/>
          <p:nvPr/>
        </p:nvGrpSpPr>
        <p:grpSpPr>
          <a:xfrm>
            <a:off x="5080446" y="4745139"/>
            <a:ext cx="184150" cy="50800"/>
            <a:chOff x="6181306" y="3315549"/>
            <a:chExt cx="184150" cy="50800"/>
          </a:xfrm>
          <a:solidFill>
            <a:schemeClr val="accent6"/>
          </a:solidFill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7FB074-85CC-EC27-C11D-EE677115BFB6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gray">
            <a:xfrm>
              <a:off x="6181306" y="3340949"/>
              <a:ext cx="184150" cy="0"/>
            </a:xfrm>
            <a:prstGeom prst="line">
              <a:avLst/>
            </a:prstGeom>
            <a:grpFill/>
            <a:ln w="19050" cap="rnd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D73ABBD9-55A2-9E5B-BAC9-9D515170322A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 bwMode="auto">
            <a:xfrm>
              <a:off x="6247981" y="3315549"/>
              <a:ext cx="50800" cy="50800"/>
            </a:xfrm>
            <a:prstGeom prst="diamond">
              <a:avLst/>
            </a:prstGeom>
            <a:grpFill/>
            <a:ln w="9525" algn="ctr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191F85D6-325A-B06B-CAB4-96F96A25979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780633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E93527E-F925-42B7-9AF0-F8DE52962105}" type="datetime'E''''''''''''B''''''''''''''''''''''I''T''''''D''A''''''''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9FFCD94E-313C-6E1E-6E4D-98B9AD718E3B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302521" y="4709420"/>
            <a:ext cx="49760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08428A-8830-4F49-98F1-C45F6784252C}" type="datetime'''''EBI''''TDA ''''''''''''''''ma''''''r''g''i''n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 margin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4C016A-9CB9-FB32-7C11-6445501ED351}"/>
              </a:ext>
            </a:extLst>
          </p:cNvPr>
          <p:cNvGrpSpPr/>
          <p:nvPr/>
        </p:nvGrpSpPr>
        <p:grpSpPr>
          <a:xfrm flipV="1">
            <a:off x="6966800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58" name="Rechteck 98">
              <a:extLst>
                <a:ext uri="{FF2B5EF4-FFF2-40B4-BE49-F238E27FC236}">
                  <a16:creationId xmlns:a16="http://schemas.microsoft.com/office/drawing/2014/main" id="{EBDF054D-ECBA-22C5-1373-47BEFA2A668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59" name="Ellipse 99">
              <a:extLst>
                <a:ext uri="{FF2B5EF4-FFF2-40B4-BE49-F238E27FC236}">
                  <a16:creationId xmlns:a16="http://schemas.microsoft.com/office/drawing/2014/main" id="{B13BFA9F-538B-6FCC-E9B4-CF4D3F7B9348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EC7CB4A-38C1-0D57-6489-B488DC26CD46}"/>
              </a:ext>
            </a:extLst>
          </p:cNvPr>
          <p:cNvGrpSpPr/>
          <p:nvPr/>
        </p:nvGrpSpPr>
        <p:grpSpPr>
          <a:xfrm flipV="1">
            <a:off x="7993779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61" name="Rechteck 98">
              <a:extLst>
                <a:ext uri="{FF2B5EF4-FFF2-40B4-BE49-F238E27FC236}">
                  <a16:creationId xmlns:a16="http://schemas.microsoft.com/office/drawing/2014/main" id="{1E941001-763D-BD4B-D2BA-498821BFA4DB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2" name="Ellipse 99">
              <a:extLst>
                <a:ext uri="{FF2B5EF4-FFF2-40B4-BE49-F238E27FC236}">
                  <a16:creationId xmlns:a16="http://schemas.microsoft.com/office/drawing/2014/main" id="{0F81246D-BEC9-694A-B577-78272B5C2457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DDB7EC2-3AC2-A295-2AF1-E4B18A9124F3}"/>
              </a:ext>
            </a:extLst>
          </p:cNvPr>
          <p:cNvGrpSpPr/>
          <p:nvPr/>
        </p:nvGrpSpPr>
        <p:grpSpPr>
          <a:xfrm>
            <a:off x="5906229" y="4706239"/>
            <a:ext cx="126131" cy="119027"/>
            <a:chOff x="6209554" y="4914192"/>
            <a:chExt cx="126131" cy="119027"/>
          </a:xfrm>
        </p:grpSpPr>
        <p:sp>
          <p:nvSpPr>
            <p:cNvPr id="64" name="Rechteck 98">
              <a:extLst>
                <a:ext uri="{FF2B5EF4-FFF2-40B4-BE49-F238E27FC236}">
                  <a16:creationId xmlns:a16="http://schemas.microsoft.com/office/drawing/2014/main" id="{DFFDC361-8337-95E1-A5EE-76CB22180981}"/>
                </a:ext>
              </a:extLst>
            </p:cNvPr>
            <p:cNvSpPr/>
            <p:nvPr/>
          </p:nvSpPr>
          <p:spPr>
            <a:xfrm flipV="1">
              <a:off x="6209554" y="4914192"/>
              <a:ext cx="126131" cy="1190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5" name="Ellipse 99">
              <a:extLst>
                <a:ext uri="{FF2B5EF4-FFF2-40B4-BE49-F238E27FC236}">
                  <a16:creationId xmlns:a16="http://schemas.microsoft.com/office/drawing/2014/main" id="{748FB74C-0A73-3104-AD11-519285509119}"/>
                </a:ext>
              </a:extLst>
            </p:cNvPr>
            <p:cNvSpPr/>
            <p:nvPr/>
          </p:nvSpPr>
          <p:spPr bwMode="gray">
            <a:xfrm flipV="1">
              <a:off x="6228684" y="4927835"/>
              <a:ext cx="87872" cy="91741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E2D51ADF-58B1-F889-6D1D-076FF5158D49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8145170" y="4709715"/>
            <a:ext cx="68360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Not of interest to CCA</a:t>
            </a:r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ADEF6EDF-ED6E-FCA7-99FD-F47ABD1B5F8F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6059135" y="4709715"/>
            <a:ext cx="884478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Investment criteria fulfilled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AB3A817D-FF06-4BD9-63F5-FBF08EF0BC32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7118546" y="4709715"/>
            <a:ext cx="826153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Questions to be answered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F1C3827-B5E7-B496-D375-6BA849742BC2}"/>
              </a:ext>
            </a:extLst>
          </p:cNvPr>
          <p:cNvGrpSpPr>
            <a:grpSpLocks/>
          </p:cNvGrpSpPr>
          <p:nvPr/>
        </p:nvGrpSpPr>
        <p:grpSpPr>
          <a:xfrm>
            <a:off x="8613546" y="758439"/>
            <a:ext cx="268707" cy="242904"/>
            <a:chOff x="8376540" y="743817"/>
            <a:chExt cx="413396" cy="373698"/>
          </a:xfrm>
        </p:grpSpPr>
        <p:sp>
          <p:nvSpPr>
            <p:cNvPr id="89" name="Rechteck 98">
              <a:extLst>
                <a:ext uri="{FF2B5EF4-FFF2-40B4-BE49-F238E27FC236}">
                  <a16:creationId xmlns:a16="http://schemas.microsoft.com/office/drawing/2014/main" id="{8B9B2F23-2125-D045-C163-9E6E4B4BA13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0" name="Ellipse 99">
              <a:extLst>
                <a:ext uri="{FF2B5EF4-FFF2-40B4-BE49-F238E27FC236}">
                  <a16:creationId xmlns:a16="http://schemas.microsoft.com/office/drawing/2014/main" id="{EDC30B9E-AB33-849C-B129-96971E080B4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5948AF-70C2-74BF-920E-1FE41F6474B5}"/>
              </a:ext>
            </a:extLst>
          </p:cNvPr>
          <p:cNvGrpSpPr>
            <a:grpSpLocks/>
          </p:cNvGrpSpPr>
          <p:nvPr/>
        </p:nvGrpSpPr>
        <p:grpSpPr>
          <a:xfrm>
            <a:off x="9333893" y="655622"/>
            <a:ext cx="268707" cy="242904"/>
            <a:chOff x="8376540" y="743817"/>
            <a:chExt cx="413396" cy="373698"/>
          </a:xfrm>
        </p:grpSpPr>
        <p:sp>
          <p:nvSpPr>
            <p:cNvPr id="92" name="Rechteck 98">
              <a:extLst>
                <a:ext uri="{FF2B5EF4-FFF2-40B4-BE49-F238E27FC236}">
                  <a16:creationId xmlns:a16="http://schemas.microsoft.com/office/drawing/2014/main" id="{77C8DA10-66D1-D813-715F-6271B726D75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3" name="Ellipse 99">
              <a:extLst>
                <a:ext uri="{FF2B5EF4-FFF2-40B4-BE49-F238E27FC236}">
                  <a16:creationId xmlns:a16="http://schemas.microsoft.com/office/drawing/2014/main" id="{6C1808DD-DF22-89F2-A4FB-41E29C9BC6D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9AC47FB-EBF8-1039-7F42-CE512EE369B2}"/>
              </a:ext>
            </a:extLst>
          </p:cNvPr>
          <p:cNvGrpSpPr>
            <a:grpSpLocks/>
          </p:cNvGrpSpPr>
          <p:nvPr/>
        </p:nvGrpSpPr>
        <p:grpSpPr>
          <a:xfrm>
            <a:off x="9409354" y="998529"/>
            <a:ext cx="268288" cy="242491"/>
            <a:chOff x="8376540" y="743817"/>
            <a:chExt cx="413396" cy="373698"/>
          </a:xfrm>
        </p:grpSpPr>
        <p:sp>
          <p:nvSpPr>
            <p:cNvPr id="95" name="Rechteck 98">
              <a:extLst>
                <a:ext uri="{FF2B5EF4-FFF2-40B4-BE49-F238E27FC236}">
                  <a16:creationId xmlns:a16="http://schemas.microsoft.com/office/drawing/2014/main" id="{B13A2799-B3DF-C37B-B98C-10288627BCA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6" name="Ellipse 99">
              <a:extLst>
                <a:ext uri="{FF2B5EF4-FFF2-40B4-BE49-F238E27FC236}">
                  <a16:creationId xmlns:a16="http://schemas.microsoft.com/office/drawing/2014/main" id="{27F3956B-1F28-5A06-04D5-271294491C9A}"/>
                </a:ext>
              </a:extLst>
            </p:cNvPr>
            <p:cNvSpPr/>
            <p:nvPr/>
          </p:nvSpPr>
          <p:spPr bwMode="gray">
            <a:xfrm>
              <a:off x="8449022" y="786650"/>
              <a:ext cx="288000" cy="28803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10" name="keyfacts_content">
            <a:extLst>
              <a:ext uri="{FF2B5EF4-FFF2-40B4-BE49-F238E27FC236}">
                <a16:creationId xmlns:a16="http://schemas.microsoft.com/office/drawing/2014/main" id="{AB249EB8-2B4F-C82C-804A-298F0CA1111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24419" y="1337632"/>
            <a:ext cx="1706564" cy="332168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  <a:highlight>
                <a:srgbClr val="FFFF00"/>
              </a:highlight>
            </a:endParaRPr>
          </a:p>
          <a:p>
            <a:pPr marL="0" indent="47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rgbClr val="000000"/>
                </a:solidFill>
                <a:latin typeface="Calibri"/>
              </a:rPr>
              <a:t/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  <a:r>
              <a:rPr lang="en-GB" sz="800" dirty="0">
                <a:solidFill>
                  <a:srgbClr val="000000"/>
                </a:solidFill>
                <a:latin typeface="Calibri"/>
              </a:rPr>
              <a:t/>
            </a:r>
            <a:endParaRPr lang="en-GB" sz="800" noProof="0" dirty="0">
              <a:solidFill>
                <a:srgbClr val="000000"/>
              </a:solidFill>
              <a:latin typeface="Calibri"/>
            </a:endParaRPr>
          </a:p>
          <a:p>
            <a:pPr marL="0" indent="4763">
              <a:spcAft>
                <a:spcPts val="600"/>
              </a:spcAft>
              <a:buNone/>
            </a:pPr>
            <a:r>
              <a:rPr lang="en-GB" sz="800" b="1" noProof="0" dirty="0"/>
              <a:t/>
            </a:r>
            <a:r>
              <a:rPr lang="en-GB" sz="800" noProof="0" dirty="0">
                <a:latin typeface="Calibri"/>
              </a:rPr>
              <a:t/>
            </a:r>
            <a:r>
              <a:rPr lang="en-GB" sz="800" dirty="0"/>
              <a:t/>
            </a:r>
            <a:endParaRPr lang="en-GB" sz="800" noProof="0" dirty="0">
              <a:latin typeface="Calibri"/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/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  <a:r>
              <a:rPr lang="en-US" sz="800" dirty="0">
                <a:solidFill>
                  <a:schemeClr val="dk1"/>
                </a:solidFill>
              </a:rPr>
              <a:t/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hu-HU" sz="800" b="1" noProof="0" dirty="0">
                <a:solidFill>
                  <a:schemeClr val="dk1"/>
                </a:solidFill>
              </a:rPr>
              <a:t/>
            </a: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  <a:r>
              <a:rPr lang="en-GB" sz="80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 err="1">
                <a:solidFill>
                  <a:schemeClr val="dk1"/>
                </a:solidFill>
              </a:rPr>
              <a:t/>
            </a:r>
            <a:r>
              <a:rPr lang="hu-HU" sz="800" b="1" noProof="0" dirty="0">
                <a:solidFill>
                  <a:schemeClr val="dk1"/>
                </a:solidFill>
              </a:rPr>
              <a:t/>
            </a: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hu-HU" sz="800" b="1" noProof="0" dirty="0">
                <a:solidFill>
                  <a:schemeClr val="dk1"/>
                </a:solidFill>
              </a:rPr>
              <a:t/>
            </a: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  <a:r>
              <a:rPr lang="en-GB" sz="80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  <a:r>
              <a:rPr lang="hu-HU" sz="800" noProof="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/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dk1"/>
                </a:solidFill>
              </a:rPr>
              <a:t/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800" dirty="0">
                <a:solidFill>
                  <a:schemeClr val="dk1"/>
                </a:solidFill>
              </a:rPr>
              <a:t/>
            </a:r>
            <a:r>
              <a:rPr lang="en-US" sz="800" baseline="30000" dirty="0">
                <a:solidFill>
                  <a:schemeClr val="dk1"/>
                </a:solidFill>
              </a:rPr>
              <a:t/>
            </a:r>
            <a:r>
              <a:rPr lang="en-US" sz="800" dirty="0">
                <a:solidFill>
                  <a:schemeClr val="dk1"/>
                </a:solidFill>
              </a:rPr>
              <a:t/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GB" sz="800" b="1" noProof="0" dirty="0">
              <a:highlight>
                <a:srgbClr val="FFFF00"/>
              </a:highlight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/>
              <a:t/>
            </a:r>
            <a:r>
              <a:rPr lang="en-GB" sz="800" b="1" noProof="0" dirty="0">
                <a:solidFill>
                  <a:schemeClr val="dk1"/>
                </a:solidFill>
              </a:rPr>
              <a:t/>
            </a:r>
            <a:r>
              <a:rPr lang="en-GB" sz="800" noProof="0" dirty="0">
                <a:solidFill>
                  <a:schemeClr val="dk1"/>
                </a:solidFill>
              </a:rPr>
              <a:t/>
            </a:r>
            <a:endParaRPr lang="en-GB" sz="800" dirty="0">
              <a:solidFill>
                <a:schemeClr val="dk1"/>
              </a:solidFill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GB" sz="800" noProof="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indent="4763">
              <a:lnSpc>
                <a:spcPct val="100000"/>
              </a:lnSpc>
              <a:buNone/>
            </a:pPr>
            <a:r>
              <a:rPr lang="en-GB" sz="800" b="1" noProof="0" dirty="0"/>
              <a:t/>
            </a:r>
            <a:r>
              <a:rPr lang="en-GB" sz="800" noProof="0" dirty="0"/>
              <a:t/>
            </a:r>
          </a:p>
          <a:p>
            <a:pPr marL="0" indent="4763">
              <a:lnSpc>
                <a:spcPct val="100000"/>
              </a:lnSpc>
              <a:buNone/>
            </a:pPr>
            <a:r>
              <a:rPr lang="en-GB" sz="700" i="1" noProof="0" dirty="0"/>
              <a:t/>
            </a:r>
            <a:r>
              <a:rPr lang="en-GB" sz="700" i="1" dirty="0"/>
              <a:t/>
            </a:r>
          </a:p>
          <a:p>
            <a:pPr marL="0" indent="4763">
              <a:lnSpc>
                <a:spcPct val="100000"/>
              </a:lnSpc>
              <a:buNone/>
            </a:pPr>
            <a:r>
              <a:rPr lang="en-GB" sz="700" i="1" noProof="0" dirty="0"/>
              <a:t/>
            </a:r>
          </a:p>
        </p:txBody>
      </p:sp>
      <p:cxnSp>
        <p:nvCxnSpPr>
          <p:cNvPr id="12" name="Gerader Verbinder 12">
            <a:extLst>
              <a:ext uri="{FF2B5EF4-FFF2-40B4-BE49-F238E27FC236}">
                <a16:creationId xmlns:a16="http://schemas.microsoft.com/office/drawing/2014/main" id="{E66874C1-5F6E-5D4A-2FE8-46ADDF54820A}"/>
              </a:ext>
            </a:extLst>
          </p:cNvPr>
          <p:cNvCxnSpPr>
            <a:cxnSpLocks/>
          </p:cNvCxnSpPr>
          <p:nvPr/>
        </p:nvCxnSpPr>
        <p:spPr bwMode="auto">
          <a:xfrm>
            <a:off x="374426" y="1559131"/>
            <a:ext cx="16065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9" name="keyfacts_header">
            <a:extLst>
              <a:ext uri="{FF2B5EF4-FFF2-40B4-BE49-F238E27FC236}">
                <a16:creationId xmlns:a16="http://schemas.microsoft.com/office/drawing/2014/main" id="{56E9C400-66D8-73CF-D8A4-250E7D6733F7}"/>
              </a:ext>
            </a:extLst>
          </p:cNvPr>
          <p:cNvSpPr txBox="1"/>
          <p:nvPr/>
        </p:nvSpPr>
        <p:spPr>
          <a:xfrm>
            <a:off x="374426" y="1367421"/>
            <a:ext cx="1606550" cy="1680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Facts</a:t>
            </a:r>
          </a:p>
        </p:txBody>
      </p:sp>
      <p:sp>
        <p:nvSpPr>
          <p:cNvPr id="123" name="rationale_header">
            <a:extLst>
              <a:ext uri="{FF2B5EF4-FFF2-40B4-BE49-F238E27FC236}">
                <a16:creationId xmlns:a16="http://schemas.microsoft.com/office/drawing/2014/main" id="{3F545AAF-2B66-4CB4-8DFB-54C49AA6CE01}"/>
              </a:ext>
            </a:extLst>
          </p:cNvPr>
          <p:cNvSpPr txBox="1"/>
          <p:nvPr/>
        </p:nvSpPr>
        <p:spPr>
          <a:xfrm>
            <a:off x="7260432" y="1366791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Rationale</a:t>
            </a:r>
          </a:p>
        </p:txBody>
      </p:sp>
      <p:sp>
        <p:nvSpPr>
          <p:cNvPr id="137" name="criteria_header">
            <a:extLst>
              <a:ext uri="{FF2B5EF4-FFF2-40B4-BE49-F238E27FC236}">
                <a16:creationId xmlns:a16="http://schemas.microsoft.com/office/drawing/2014/main" id="{E911D124-39F9-4AA6-ED34-872724C0B95D}"/>
              </a:ext>
            </a:extLst>
          </p:cNvPr>
          <p:cNvSpPr txBox="1"/>
          <p:nvPr/>
        </p:nvSpPr>
        <p:spPr>
          <a:xfrm>
            <a:off x="7260432" y="2617791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Criteria</a:t>
            </a:r>
          </a:p>
        </p:txBody>
      </p:sp>
      <p:sp>
        <p:nvSpPr>
          <p:cNvPr id="138" name="description_content">
            <a:extLst>
              <a:ext uri="{FF2B5EF4-FFF2-40B4-BE49-F238E27FC236}">
                <a16:creationId xmlns:a16="http://schemas.microsoft.com/office/drawing/2014/main" id="{B5C93F76-02AB-7A28-5035-0CDD07CA628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190361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/>
            </a:r>
          </a:p>
        </p:txBody>
      </p:sp>
      <p:cxnSp>
        <p:nvCxnSpPr>
          <p:cNvPr id="139" name="Gerader Verbinder 12">
            <a:extLst>
              <a:ext uri="{FF2B5EF4-FFF2-40B4-BE49-F238E27FC236}">
                <a16:creationId xmlns:a16="http://schemas.microsoft.com/office/drawing/2014/main" id="{88AC5BAC-2738-AB3E-F78D-EC6A856A0D14}"/>
              </a:ext>
            </a:extLst>
          </p:cNvPr>
          <p:cNvCxnSpPr>
            <a:cxnSpLocks/>
          </p:cNvCxnSpPr>
          <p:nvPr/>
        </p:nvCxnSpPr>
        <p:spPr bwMode="auto">
          <a:xfrm>
            <a:off x="2259127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0" name="description_header">
            <a:extLst>
              <a:ext uri="{FF2B5EF4-FFF2-40B4-BE49-F238E27FC236}">
                <a16:creationId xmlns:a16="http://schemas.microsoft.com/office/drawing/2014/main" id="{AB5FF161-6DB9-7452-B772-5F6281672E4F}"/>
              </a:ext>
            </a:extLst>
          </p:cNvPr>
          <p:cNvSpPr txBox="1"/>
          <p:nvPr/>
        </p:nvSpPr>
        <p:spPr>
          <a:xfrm>
            <a:off x="2241698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Description</a:t>
            </a:r>
            <a:endParaRPr lang="en-GB" sz="800" b="1" noProof="0" dirty="0">
              <a:solidFill>
                <a:schemeClr val="tx2"/>
              </a:solidFill>
            </a:endParaRPr>
          </a:p>
        </p:txBody>
      </p:sp>
      <p:sp>
        <p:nvSpPr>
          <p:cNvPr id="15" name="portfolio_content">
            <a:extLst>
              <a:ext uri="{FF2B5EF4-FFF2-40B4-BE49-F238E27FC236}">
                <a16:creationId xmlns:a16="http://schemas.microsoft.com/office/drawing/2014/main" id="{702BD145-BB9B-8069-F9D3-30973AC2F4C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02404" y="1337631"/>
            <a:ext cx="2346736" cy="161089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noProof="0" dirty="0"/>
          </a:p>
        </p:txBody>
      </p:sp>
      <p:cxnSp>
        <p:nvCxnSpPr>
          <p:cNvPr id="16" name="Gerader Verbinder 12">
            <a:extLst>
              <a:ext uri="{FF2B5EF4-FFF2-40B4-BE49-F238E27FC236}">
                <a16:creationId xmlns:a16="http://schemas.microsoft.com/office/drawing/2014/main" id="{03D72849-8110-83DE-942C-99611BE18C0F}"/>
              </a:ext>
            </a:extLst>
          </p:cNvPr>
          <p:cNvCxnSpPr>
            <a:cxnSpLocks/>
          </p:cNvCxnSpPr>
          <p:nvPr/>
        </p:nvCxnSpPr>
        <p:spPr bwMode="auto">
          <a:xfrm>
            <a:off x="4771170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portfolio_header">
            <a:extLst>
              <a:ext uri="{FF2B5EF4-FFF2-40B4-BE49-F238E27FC236}">
                <a16:creationId xmlns:a16="http://schemas.microsoft.com/office/drawing/2014/main" id="{E594F076-73DC-F5CF-BE42-70AA0668170D}"/>
              </a:ext>
            </a:extLst>
          </p:cNvPr>
          <p:cNvSpPr txBox="1"/>
          <p:nvPr/>
        </p:nvSpPr>
        <p:spPr>
          <a:xfrm>
            <a:off x="4753741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Product Portfolio</a:t>
            </a:r>
          </a:p>
        </p:txBody>
      </p:sp>
      <p:sp>
        <p:nvSpPr>
          <p:cNvPr id="19" name="revsplit_box">
            <a:extLst>
              <a:ext uri="{FF2B5EF4-FFF2-40B4-BE49-F238E27FC236}">
                <a16:creationId xmlns:a16="http://schemas.microsoft.com/office/drawing/2014/main" id="{3BF8F5E6-003E-2D32-1868-285E752D2F7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190361" y="3058088"/>
            <a:ext cx="2346736" cy="16012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AF7CD646-7C39-9E22-CD5A-373E77056EFE}"/>
              </a:ext>
            </a:extLst>
          </p:cNvPr>
          <p:cNvCxnSpPr>
            <a:cxnSpLocks/>
          </p:cNvCxnSpPr>
          <p:nvPr/>
        </p:nvCxnSpPr>
        <p:spPr bwMode="auto">
          <a:xfrm>
            <a:off x="2259127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evsplit_header">
            <a:extLst>
              <a:ext uri="{FF2B5EF4-FFF2-40B4-BE49-F238E27FC236}">
                <a16:creationId xmlns:a16="http://schemas.microsoft.com/office/drawing/2014/main" id="{43437F3F-9CD4-5607-3F14-034195F5AE17}"/>
              </a:ext>
            </a:extLst>
          </p:cNvPr>
          <p:cNvSpPr txBox="1"/>
          <p:nvPr/>
        </p:nvSpPr>
        <p:spPr>
          <a:xfrm>
            <a:off x="2241698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Revenue Split</a:t>
            </a:r>
          </a:p>
        </p:txBody>
      </p:sp>
      <p:cxnSp>
        <p:nvCxnSpPr>
          <p:cNvPr id="1409" name="Gerader Verbinder 17">
            <a:extLst>
              <a:ext uri="{FF2B5EF4-FFF2-40B4-BE49-F238E27FC236}">
                <a16:creationId xmlns:a16="http://schemas.microsoft.com/office/drawing/2014/main" id="{57DA56E0-0F47-7CBD-D6E9-204F3EBDD0BD}"/>
              </a:ext>
            </a:extLst>
          </p:cNvPr>
          <p:cNvCxnSpPr>
            <a:cxnSpLocks/>
          </p:cNvCxnSpPr>
          <p:nvPr/>
        </p:nvCxnSpPr>
        <p:spPr bwMode="auto">
          <a:xfrm>
            <a:off x="7255650" y="3771259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10" name="acquisition_header">
            <a:extLst>
              <a:ext uri="{FF2B5EF4-FFF2-40B4-BE49-F238E27FC236}">
                <a16:creationId xmlns:a16="http://schemas.microsoft.com/office/drawing/2014/main" id="{55E006B6-6103-0576-37D9-73BE110ABD48}"/>
              </a:ext>
            </a:extLst>
          </p:cNvPr>
          <p:cNvSpPr txBox="1"/>
          <p:nvPr/>
        </p:nvSpPr>
        <p:spPr>
          <a:xfrm>
            <a:off x="7260432" y="3571234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Acquisition Strategy</a:t>
            </a:r>
          </a:p>
        </p:txBody>
      </p:sp>
      <p:cxnSp>
        <p:nvCxnSpPr>
          <p:cNvPr id="30" name="Gerader Verbinder 17">
            <a:extLst>
              <a:ext uri="{FF2B5EF4-FFF2-40B4-BE49-F238E27FC236}">
                <a16:creationId xmlns:a16="http://schemas.microsoft.com/office/drawing/2014/main" id="{4A14B837-1E09-2346-F6BE-A9A05D2338C0}"/>
              </a:ext>
            </a:extLst>
          </p:cNvPr>
          <p:cNvCxnSpPr>
            <a:cxnSpLocks/>
          </p:cNvCxnSpPr>
          <p:nvPr/>
        </p:nvCxnSpPr>
        <p:spPr bwMode="auto">
          <a:xfrm>
            <a:off x="7255650" y="2796538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criteria_market_fragmentation_status">
            <a:extLst>
              <a:ext uri="{FF2B5EF4-FFF2-40B4-BE49-F238E27FC236}">
                <a16:creationId xmlns:a16="http://schemas.microsoft.com/office/drawing/2014/main" id="{BFB60E3A-A357-6ED3-0F80-05BB2EF41E36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7267575" y="34686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6" name="criteria_buy_and_build_status">
            <a:extLst>
              <a:ext uri="{FF2B5EF4-FFF2-40B4-BE49-F238E27FC236}">
                <a16:creationId xmlns:a16="http://schemas.microsoft.com/office/drawing/2014/main" id="{61A36C62-E7CE-F576-6301-2904B7B3215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7267575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8" name="criteria_digitization_status">
            <a:extLst>
              <a:ext uri="{FF2B5EF4-FFF2-40B4-BE49-F238E27FC236}">
                <a16:creationId xmlns:a16="http://schemas.microsoft.com/office/drawing/2014/main" id="{20683C62-171C-DA9A-9F61-C61BD9133F1D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7267575" y="31670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9" name="criteria_ebitda_margin_10_status">
            <a:extLst>
              <a:ext uri="{FF2B5EF4-FFF2-40B4-BE49-F238E27FC236}">
                <a16:creationId xmlns:a16="http://schemas.microsoft.com/office/drawing/2014/main" id="{C51C18BA-C116-E70E-94C9-6836166D947D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267575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4" name="criteria_ebitda_1m_status">
            <a:extLst>
              <a:ext uri="{FF2B5EF4-FFF2-40B4-BE49-F238E27FC236}">
                <a16:creationId xmlns:a16="http://schemas.microsoft.com/office/drawing/2014/main" id="{F94BF872-EB6C-60FF-E77C-3C4046B0F1BD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7265988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5" name="criteria_esg_status">
            <a:extLst>
              <a:ext uri="{FF2B5EF4-FFF2-40B4-BE49-F238E27FC236}">
                <a16:creationId xmlns:a16="http://schemas.microsoft.com/office/drawing/2014/main" id="{01C318BD-D89C-C408-EBDD-695395CDF488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8178800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8" name="criteria_asset_light_status">
            <a:extLst>
              <a:ext uri="{FF2B5EF4-FFF2-40B4-BE49-F238E27FC236}">
                <a16:creationId xmlns:a16="http://schemas.microsoft.com/office/drawing/2014/main" id="{D260C579-6973-466D-6EA9-5A36EDAFE18C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8178800" y="31670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9" name="criteria_majority_stake_status">
            <a:extLst>
              <a:ext uri="{FF2B5EF4-FFF2-40B4-BE49-F238E27FC236}">
                <a16:creationId xmlns:a16="http://schemas.microsoft.com/office/drawing/2014/main" id="{4CCEA023-20D7-75B7-C7EA-32CE1164BFB0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8178800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0" name="criteria_dach_status">
            <a:extLst>
              <a:ext uri="{FF2B5EF4-FFF2-40B4-BE49-F238E27FC236}">
                <a16:creationId xmlns:a16="http://schemas.microsoft.com/office/drawing/2014/main" id="{155CCA83-B1AB-A365-7545-CF5FF3EC8445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8178800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B84A3530-595E-764E-1592-E74E9521E997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7367587" y="2862263"/>
            <a:ext cx="777582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(EUR 1.0m)</a:t>
            </a:r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091AFB1E-16B5-B8B7-777A-97BA61A0246B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7367588" y="3011488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margin (10%)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5234A1C5-5DCD-AECB-8870-F69507339223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7367588" y="3160713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Digitization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615398AB-6D13-C771-7AF6-67BAE41E4C3E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7367588" y="3308350"/>
            <a:ext cx="777582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Buy &amp; Build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A31E3EA6-87E5-A3E3-ECD2-B1E7DFB3988A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7367587" y="3460750"/>
            <a:ext cx="1201738" cy="87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hu-HU" sz="700" dirty="0">
                <a:solidFill>
                  <a:schemeClr val="tx1"/>
                </a:solidFill>
              </a:rPr>
              <a:t>Market</a:t>
            </a:r>
            <a:r>
              <a:rPr lang="en-GB" sz="700" dirty="0">
                <a:solidFill>
                  <a:schemeClr val="tx1"/>
                </a:solidFill>
              </a:rPr>
              <a:t> fragmentation</a:t>
            </a:r>
          </a:p>
        </p:txBody>
      </p:sp>
      <p:sp>
        <p:nvSpPr>
          <p:cNvPr id="1357" name="Rectangle 1356">
            <a:extLst>
              <a:ext uri="{FF2B5EF4-FFF2-40B4-BE49-F238E27FC236}">
                <a16:creationId xmlns:a16="http://schemas.microsoft.com/office/drawing/2014/main" id="{653A1FF3-B57A-D45D-8166-DC7B9F703EB4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8277225" y="2862263"/>
            <a:ext cx="555625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DACH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B53A7488-E23C-13AD-2CEA-EC2EC106E60B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8277225" y="3011488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Majority stake</a:t>
            </a:r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6A3C5BA7-4DE0-6D31-3031-906AE41088F5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8277225" y="316071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Asset light</a:t>
            </a:r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ABD1326F-FC7E-0CAB-57CE-8ECCA0A6BC36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8277225" y="3308350"/>
            <a:ext cx="555625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ESG</a:t>
            </a:r>
          </a:p>
        </p:txBody>
      </p:sp>
      <p:sp>
        <p:nvSpPr>
          <p:cNvPr id="1363" name="criteria_acquisition_vertical_status">
            <a:extLst>
              <a:ext uri="{FF2B5EF4-FFF2-40B4-BE49-F238E27FC236}">
                <a16:creationId xmlns:a16="http://schemas.microsoft.com/office/drawing/2014/main" id="{1C3129D2-B7E3-D544-6098-BDD0CA46118D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7267575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364" name="criteria_acquisition_horizontal_status">
            <a:extLst>
              <a:ext uri="{FF2B5EF4-FFF2-40B4-BE49-F238E27FC236}">
                <a16:creationId xmlns:a16="http://schemas.microsoft.com/office/drawing/2014/main" id="{EE43CB1D-9EBF-51F7-A87A-24085546B17F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8178800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BD496183-CF87-EBA0-F7DC-6B2C80690B41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7367589" y="3827463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Vertical</a:t>
            </a:r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D9C6C656-ADB4-CE63-2DC8-FB00B96092A2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8277225" y="382746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Horizontal</a:t>
            </a:r>
          </a:p>
        </p:txBody>
      </p:sp>
      <p:sp>
        <p:nvSpPr>
          <p:cNvPr id="1370" name="criteria_acquisition_geographical_status">
            <a:extLst>
              <a:ext uri="{FF2B5EF4-FFF2-40B4-BE49-F238E27FC236}">
                <a16:creationId xmlns:a16="http://schemas.microsoft.com/office/drawing/2014/main" id="{E3ABDCBF-FD5B-DA63-A208-3589C83A15C2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7267575" y="39592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A25894FD-5589-A74C-25C4-F93ABED3C1C8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7367588" y="3952875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Geographical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EB76DAAA-FA7D-2ED4-E9DB-28DAFF0DEBA6}"/>
              </a:ext>
            </a:extLst>
          </p:cNvPr>
          <p:cNvSpPr>
            <a:spLocks noGrp="1"/>
          </p:cNvSpPr>
          <p:nvPr>
            <p:custDataLst>
              <p:tags r:id="rId74"/>
            </p:custDataLst>
          </p:nvPr>
        </p:nvSpPr>
        <p:spPr bwMode="auto">
          <a:xfrm>
            <a:off x="4293919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hu-HU" sz="600" noProof="0" dirty="0">
                <a:solidFill>
                  <a:srgbClr val="000000"/>
                </a:solidFill>
                <a:sym typeface="CKNord Book" panose="020B0604020101010102"/>
              </a:rPr>
              <a:t>Revenue</a:t>
            </a:r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1411" name="revsplit_chart"/>
          <p:cNvSpPr txBox="1"/>
          <p:nvPr/>
        </p:nvSpPr>
        <p:spPr>
          <a:xfrm>
            <a:off x="1974850" y="3179763"/>
            <a:ext cx="1776413" cy="159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12" name="financials_chart"/>
          <p:cNvSpPr txBox="1"/>
          <p:nvPr/>
        </p:nvSpPr>
        <p:spPr>
          <a:xfrm>
            <a:off x="4886325" y="3486150"/>
            <a:ext cx="2168525" cy="10191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147180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5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′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 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4.91813596403010055980E+00&quot;&gt;&lt;m_msothmcolidx val=&quot;0&quot;/&gt;&lt;m_rgb r=&quot;00&quot; g=&quot;B0&quot; b=&quot;50&quot;/&gt;&lt;/elem&gt;&lt;elem m_fUsage=&quot;2.19510000000000005116E+00&quot;&gt;&lt;m_msothmcolidx val=&quot;0&quot;/&gt;&lt;m_rgb r=&quot;70&quot; g=&quot;30&quot; b=&quot;A0&quot;/&gt;&lt;/elem&gt;&lt;elem m_fUsage=&quot;7.36098929100000076708E-01&quot;&gt;&lt;m_msothmcolidx val=&quot;0&quot;/&gt;&lt;m_rgb r=&quot;F5&quot; g=&quot;62&quot; b=&quot;1B&quot;/&gt;&lt;/elem&gt;&lt;elem m_fUsage=&quot;6.88845639477159155106E-01&quot;&gt;&lt;m_msothmcolidx val=&quot;0&quot;/&gt;&lt;m_rgb r=&quot;BC&quot; g=&quot;CC&quot; b=&quot;EA&quot;/&gt;&lt;/elem&gt;&lt;elem m_fUsage=&quot;4.78296900000000135833E-01&quot;&gt;&lt;m_msothmcolidx val=&quot;0&quot;/&gt;&lt;m_rgb r=&quot;44&quot; g=&quot;62&quot; b=&quot;EE&quot;/&gt;&lt;/elem&gt;&lt;elem m_fUsage=&quot;4.49566585619359360138E-01&quot;&gt;&lt;m_msothmcolidx val=&quot;0&quot;/&gt;&lt;m_rgb r=&quot;B9&quot; g=&quot;DF&quot; b=&quot;EE&quot;/&gt;&lt;/elem&gt;&lt;elem m_fUsage=&quot;2.18502814219955432407E-01&quot;&gt;&lt;m_msothmcolidx val=&quot;0&quot;/&gt;&lt;m_rgb r=&quot;25&quot; g=&quot;3F&quot; b=&quot;6A&quot;/&gt;&lt;/elem&gt;&lt;elem m_fUsage=&quot;9.47961491495192820622E-02&quot;&gt;&lt;m_msothmcolidx val=&quot;0&quot;/&gt;&lt;m_rgb r=&quot;C4&quot; g=&quot;DB&quot; b=&quot;F0&quot;/&gt;&lt;/elem&gt;&lt;elem m_fUsage=&quot;8.49031351270367468098E-02&quot;&gt;&lt;m_msothmcolidx val=&quot;0&quot;/&gt;&lt;m_rgb r=&quot;DC&quot; g=&quot;EE&quot; b=&quot;F5&quot;/&gt;&lt;/elem&gt;&lt;elem m_fUsage=&quot;4.53142882543358035963E-02&quot;&gt;&lt;m_msothmcolidx val=&quot;0&quot;/&gt;&lt;m_rgb r=&quot;41&quot; g=&quot;41&quot; b=&quot;41&quot;/&gt;&lt;/elem&gt;&lt;elem m_fUsage=&quot;1.33027946472911492298E-02&quot;&gt;&lt;m_msothmcolidx val=&quot;0&quot;/&gt;&lt;m_rgb r=&quot;F4&quot; g=&quot;F3&quot; b=&quot;E8&quot;/&gt;&lt;/elem&gt;&lt;elem m_fUsage=&quot;1.07752636643058292976E-02&quot;&gt;&lt;m_msothmcolidx val=&quot;0&quot;/&gt;&lt;m_rgb r=&quot;EF&quot; g=&quot;ED&quot; b=&quot;DA&quot;/&gt;&lt;/elem&gt;&lt;elem m_fUsage=&quot;9.69773729787524844947E-03&quot;&gt;&lt;m_msothmcolidx val=&quot;0&quot;/&gt;&lt;m_rgb r=&quot;D1&quot; g=&quot;EA&quot; b=&quot;F3&quot;/&gt;&lt;/elem&gt;&lt;elem m_fUsage=&quot;8.72796356808772273717E-03&quot;&gt;&lt;m_msothmcolidx val=&quot;0&quot;/&gt;&lt;m_rgb r=&quot;E8&quot; g=&quot;E4&quot; b=&quot;CA&quot;/&gt;&lt;/elem&gt;&lt;elem m_fUsage=&quot;8.46534434697576373963E-03&quot;&gt;&lt;m_msothmcolidx val=&quot;0&quot;/&gt;&lt;m_rgb r=&quot;59&quot; g=&quot;59&quot; b=&quot;59&quot;/&gt;&lt;/elem&gt;&lt;elem m_fUsage=&quot;4.63839768658810824853E-03&quot;&gt;&lt;m_msothmcolidx val=&quot;0&quot;/&gt;&lt;m_rgb r=&quot;D8&quot; g=&quot;E7&quot; b=&quot;F5&quot;/&gt;&lt;/elem&gt;&lt;elem m_fUsage=&quot;3.79368841093047142951E-03&quot;&gt;&lt;m_msothmcolidx val=&quot;0&quot;/&gt;&lt;m_rgb r=&quot;50&quot; g=&quot;25&quot; b=&quot;FA&quot;/&gt;&lt;/elem&gt;&lt;elem m_fUsage=&quot;3.75710212613636785478E-03&quot;&gt;&lt;m_msothmcolidx val=&quot;0&quot;/&gt;&lt;m_rgb r=&quot;AC&quot; g=&quot;F4&quot; b=&quot;FB&quot;/&gt;&lt;/elem&gt;&lt;elem m_fUsage=&quot;3.38139191352273020194E-03&quot;&gt;&lt;m_msothmcolidx val=&quot;0&quot;/&gt;&lt;m_rgb r=&quot;EB&quot; g=&quot;F3&quot; b=&quot;FA&quot;/&gt;&lt;/elem&gt;&lt;elem m_fUsage=&quot;3.04325272217045731185E-03&quot;&gt;&lt;m_msothmcolidx val=&quot;0&quot;/&gt;&lt;m_rgb r=&quot;AC&quot; g=&quot;A8&quot; b=&quot;A8&quot;/&gt;&lt;/elem&gt;&lt;elem m_fUsage=&quot;2.46503470495807114685E-03&quot;&gt;&lt;m_msothmcolidx val=&quot;0&quot;/&gt;&lt;m_rgb r=&quot;69&quot; g=&quot;88&quot; b=&quot;B6&quot;/&gt;&lt;/elem&gt;&lt;elem m_fUsage=&quot;2.21853123446226355511E-03&quot;&gt;&lt;m_msothmcolidx val=&quot;0&quot;/&gt;&lt;m_rgb r=&quot;17&quot; g=&quot;2C&quot; b=&quot;4A&quot;/&gt;&lt;/elem&gt;&lt;elem m_fUsage=&quot;1.61730926992299014339E-03&quot;&gt;&lt;m_msothmcolidx val=&quot;0&quot;/&gt;&lt;m_rgb r=&quot;FE&quot; g=&quot;CC&quot; b=&quot;56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mSplye2SuxMuDfYmp1V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dqyzt8PV1OTFEAyd96MJ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  <p:tag name="THINKCELLSHAPEDONOTDELETE" val="pfDYr2t8jNIypJBq4bknX4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mU0dXCc9tAlOVXc2J.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jm06wZVgw.7eP7ysSST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M9nolBmLv879M3gU3X0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ZjXS3MRw.d21ANPuFz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kqQIVKaHCuXwV6bjzps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j1nYGjFaQ45SCoUsdzP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elo3co9.BShPXriX.aF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reDvxA187F3_F27zMmL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5Uz9Vo8mdnLkVipfQNh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Zsys01yS1svRFPT1H3e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QeP50dlptPHo1T5ZozY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cBs3T9lXyK6l7o1LgQf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ZsmpJ5pfvCrOYcw59mE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_Lq9Fe5vEQo7ZGk11wm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JWKZ1lao064H9o4WboV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_J3SkED16.zVJ9CYWwO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QAGEo1lXatEsqnnmrNz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qf_A2U4kldoZ.x9T0Lv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WaD3BTxDfxGTzB4UVg2b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EqsKCaficwTxbfLgiaP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oqiINGPf9gQy43dA.rB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z1IV7gepf7sMekpyDLO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ng_7kAnxuQzeI0O_Pn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f_lZieJNH9ewDxuxTlx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2feBZzdU.xVJfNvKxHM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z5CSgGuWxT5KMdRVAmP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kBE_DOEnZxb.Lc9L3PBx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18ZEDo6sBtu96hi.8VQ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BbDJM4Tr0dEkwSqAds5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g77BHoaOArHAyuxhtPt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pe48VjdOIoOB9DSdRTT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OJUb3kFk9oRD2qVdOm_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zYRxipFRYyR.0CaYWhh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i6urI0WpwtWLyeypra5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UDizBwou6FaaTdC.wOP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1XZs2vyiPDIDFjPD4cFO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UlmCEF5ogDoyv7GAJ2n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K7SR5lskVWXZ0L3.JOC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jHv88tkUrm9DdEIzSns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9suJRTpz.BBNTv4hp9Y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Xar4jx2z4Gm1df8.Yka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LjwOL9lI.LGikRVcT0c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7TPEhLoJa1NGN_4k3x.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LIuY85I0LZtqSv2vNsx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magkM0pMOxOpRKhZB8dW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4rjK2pMFPjpyc6VmMYZV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3X75uqju6ZlUUXe3XTHK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xxQ.wZ5dMEIb9k8DAGX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3HmWlQoj98YrH9IZ99W7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562Zc_0YAI9Ns7f72GZp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3OlY51L0cDp7.8PNuFM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nexWDeCaoW2ExnbqfyC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i0pi2CMIAgymG1PdMeBo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P.adES.2vEiaGyM3nNh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ULuixfS8gAS3Uc9Sxvj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RQDMgkTc5iPfm7xshH0z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EVC3BrXsHzz_5wxaM3DM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Af6_cHsWnGy3spbgmqw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MK71JMBj0QzIpRljgfzW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70UqnnU3emEKvAaUJBN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WjbFysJBjhkYXwIutQ9g"/>
</p:tagLst>
</file>

<file path=ppt/theme/theme1.xml><?xml version="1.0" encoding="utf-8"?>
<a:theme xmlns:a="http://schemas.openxmlformats.org/drawingml/2006/main" name="2_Master Constellation wide">
  <a:themeElements>
    <a:clrScheme name="CONSTELLATION">
      <a:dk1>
        <a:srgbClr val="000000"/>
      </a:dk1>
      <a:lt1>
        <a:srgbClr val="FFFFFF"/>
      </a:lt1>
      <a:dk2>
        <a:srgbClr val="223F6A"/>
      </a:dk2>
      <a:lt2>
        <a:srgbClr val="8FAADC"/>
      </a:lt2>
      <a:accent1>
        <a:srgbClr val="9DC3E6"/>
      </a:accent1>
      <a:accent2>
        <a:srgbClr val="AAAAAA"/>
      </a:accent2>
      <a:accent3>
        <a:srgbClr val="D0CECE"/>
      </a:accent3>
      <a:accent4>
        <a:srgbClr val="DFDFDF"/>
      </a:accent4>
      <a:accent5>
        <a:srgbClr val="B81908"/>
      </a:accent5>
      <a:accent6>
        <a:srgbClr val="00B050"/>
      </a:accent6>
      <a:hlink>
        <a:srgbClr val="0000FF"/>
      </a:hlink>
      <a:folHlink>
        <a:srgbClr val="0070C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Master Constellation w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4BB5FEBE7854D8D3E08ADDB8D8F5C" ma:contentTypeVersion="2424" ma:contentTypeDescription="Create a new document." ma:contentTypeScope="" ma:versionID="236d0c89c8b60c28872562f4ca736cc1">
  <xsd:schema xmlns:xsd="http://www.w3.org/2001/XMLSchema" xmlns:xs="http://www.w3.org/2001/XMLSchema" xmlns:p="http://schemas.microsoft.com/office/2006/metadata/properties" xmlns:ns2="2a11dabe-1bed-4248-9727-f03e5cc57e90" xmlns:ns3="4cabe56c-7e26-4c02-8d85-b4fad8b06d2c" targetNamespace="http://schemas.microsoft.com/office/2006/metadata/properties" ma:root="true" ma:fieldsID="037a120f32d96f430347f8ad48088456" ns2:_="" ns3:_="">
    <xsd:import namespace="2a11dabe-1bed-4248-9727-f03e5cc57e90"/>
    <xsd:import namespace="4cabe56c-7e26-4c02-8d85-b4fad8b06d2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dabe-1bed-4248-9727-f03e5cc57e9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57c9b77-ac52-44fc-befc-e36bf3f09653}" ma:internalName="TaxCatchAll" ma:showField="CatchAllData" ma:web="2a11dabe-1bed-4248-9727-f03e5cc57e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be56c-7e26-4c02-8d85-b4fad8b06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ca949ac-152e-4478-8bdc-791c22970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abe56c-7e26-4c02-8d85-b4fad8b06d2c">
      <Terms xmlns="http://schemas.microsoft.com/office/infopath/2007/PartnerControls"/>
    </lcf76f155ced4ddcb4097134ff3c332f>
    <TaxCatchAll xmlns="2a11dabe-1bed-4248-9727-f03e5cc57e9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78B4DE6-1ED9-45F8-8918-5533B15D7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1dabe-1bed-4248-9727-f03e5cc57e90"/>
    <ds:schemaRef ds:uri="4cabe56c-7e26-4c02-8d85-b4fad8b06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4CA7C6-6EF8-493D-B2CC-2C62053374D6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4cabe56c-7e26-4c02-8d85-b4fad8b06d2c"/>
    <ds:schemaRef ds:uri="http://purl.org/dc/dcmitype/"/>
    <ds:schemaRef ds:uri="2a11dabe-1bed-4248-9727-f03e5cc57e90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B47698-2234-4648-BDC5-807819D7319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3040A15-7557-4FD4-987E-E85778EF1C4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367</Words>
  <Application>Microsoft Office PowerPoint</Application>
  <PresentationFormat>On-screen Show (16:9)</PresentationFormat>
  <Paragraphs>136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Apercu</vt:lpstr>
      <vt:lpstr>Arial</vt:lpstr>
      <vt:lpstr>Calibri</vt:lpstr>
      <vt:lpstr>CKNord Book</vt:lpstr>
      <vt:lpstr>Symbol</vt:lpstr>
      <vt:lpstr>Times New Roman</vt:lpstr>
      <vt:lpstr>Wingdings</vt:lpstr>
      <vt:lpstr>2_Master Constellation wide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Susskind</dc:creator>
  <cp:lastModifiedBy>Tobias Wieser</cp:lastModifiedBy>
  <cp:revision>1265</cp:revision>
  <cp:lastPrinted>2023-04-14T12:16:15Z</cp:lastPrinted>
  <dcterms:created xsi:type="dcterms:W3CDTF">2017-10-02T06:30:19Z</dcterms:created>
  <dcterms:modified xsi:type="dcterms:W3CDTF">2026-03-03T07:26:40Z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0x0101002B4163104AD42E45AF657F262F2691C4</vt:lpwstr>
  </property>
  <property fmtid="{D5CDD505-2E9C-101B-9397-08002B2CF9AE}" pid="3" name="MediaServiceImageTags">
    <vt:lpwstr/>
  </property>
</Properties>
</file>