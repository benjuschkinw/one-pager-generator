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5"/>
  </p:sldMasterIdLst>
  <p:notesMasterIdLst>
    <p:notesMasterId r:id="rId7"/>
  </p:notesMasterIdLst>
  <p:handoutMasterIdLst>
    <p:handoutMasterId r:id="rId8"/>
  </p:handoutMasterIdLst>
  <p:sldIdLst>
    <p:sldId id="2147377611" r:id="rId6"/>
  </p:sldIdLst>
  <p:sldSz cx="9144000" cy="5143500" type="screen16x9"/>
  <p:notesSz cx="7010400" cy="9296400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06699353-3A2F-4446-8C95-63D4AFDEF5DF}">
          <p14:sldIdLst>
            <p14:sldId id="2147377611"/>
          </p14:sldIdLst>
        </p14:section>
      </p14:sectionLst>
    </p:ext>
    <p:ext uri="{EFAFB233-063F-42B5-8137-9DF3F51BA10A}">
      <p15:sldGuideLst xmlns:p15="http://schemas.microsoft.com/office/powerpoint/2012/main">
        <p15:guide id="3" pos="2767" userDrawn="1">
          <p15:clr>
            <a:srgbClr val="A4A3A4"/>
          </p15:clr>
        </p15:guide>
        <p15:guide id="4" orient="horz" pos="259" userDrawn="1">
          <p15:clr>
            <a:srgbClr val="A4A3A4"/>
          </p15:clr>
        </p15:guide>
        <p15:guide id="6" pos="204" userDrawn="1">
          <p15:clr>
            <a:srgbClr val="A4A3A4"/>
          </p15:clr>
        </p15:guide>
        <p15:guide id="7" pos="3742" userDrawn="1">
          <p15:clr>
            <a:srgbClr val="A4A3A4"/>
          </p15:clr>
        </p15:guide>
        <p15:guide id="8" pos="2018" userDrawn="1">
          <p15:clr>
            <a:srgbClr val="A4A3A4"/>
          </p15:clr>
        </p15:guide>
        <p15:guide id="10" orient="horz" pos="2958" userDrawn="1">
          <p15:clr>
            <a:srgbClr val="A4A3A4"/>
          </p15:clr>
        </p15:guide>
        <p15:guide id="12" pos="5556" userDrawn="1">
          <p15:clr>
            <a:srgbClr val="A4A3A4"/>
          </p15:clr>
        </p15:guide>
        <p15:guide id="14" pos="2993" userDrawn="1">
          <p15:clr>
            <a:srgbClr val="A4A3A4"/>
          </p15:clr>
        </p15:guide>
        <p15:guide id="15" orient="horz" pos="191" userDrawn="1">
          <p15:clr>
            <a:srgbClr val="A4A3A4"/>
          </p15:clr>
        </p15:guide>
        <p15:guide id="17" orient="horz" pos="3049" userDrawn="1">
          <p15:clr>
            <a:srgbClr val="A4A3A4"/>
          </p15:clr>
        </p15:guide>
        <p15:guide id="18" orient="horz" pos="2935" userDrawn="1">
          <p15:clr>
            <a:srgbClr val="A4A3A4"/>
          </p15:clr>
        </p15:guide>
        <p15:guide id="23" orient="horz" pos="1733" userDrawn="1">
          <p15:clr>
            <a:srgbClr val="A4A3A4"/>
          </p15:clr>
        </p15:guide>
        <p15:guide id="24" orient="horz" pos="1847" userDrawn="1">
          <p15:clr>
            <a:srgbClr val="A4A3A4"/>
          </p15:clr>
        </p15:guide>
        <p15:guide id="31" orient="horz" pos="327" userDrawn="1">
          <p15:clr>
            <a:srgbClr val="A4A3A4"/>
          </p15:clr>
        </p15:guide>
        <p15:guide id="33" pos="2880" userDrawn="1">
          <p15:clr>
            <a:srgbClr val="A4A3A4"/>
          </p15:clr>
        </p15:guide>
        <p15:guide id="34" orient="horz" pos="418" userDrawn="1">
          <p15:clr>
            <a:srgbClr val="A4A3A4"/>
          </p15:clr>
        </p15:guide>
        <p15:guide id="37" pos="1927" userDrawn="1">
          <p15:clr>
            <a:srgbClr val="A4A3A4"/>
          </p15:clr>
        </p15:guide>
        <p15:guide id="40" pos="383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72" userDrawn="1">
          <p15:clr>
            <a:srgbClr val="A4A3A4"/>
          </p15:clr>
        </p15:guide>
        <p15:guide id="2" pos="2188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A13604D-951F-F98C-ADD8-F2D53F50562A}" name="Jan Oeschger" initials="JO" userId="d2299cbd914f24eb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eresa Dick" initials="TD" lastIdx="2" clrIdx="0"/>
  <p:cmAuthor id="2" name="Claudius Stammbach" initials="CS" lastIdx="1" clrIdx="1">
    <p:extLst>
      <p:ext uri="{19B8F6BF-5375-455C-9EA6-DF929625EA0E}">
        <p15:presenceInfo xmlns:p15="http://schemas.microsoft.com/office/powerpoint/2012/main" userId="2fe753960fb41129" providerId="Windows Live"/>
      </p:ext>
    </p:extLst>
  </p:cmAuthor>
  <p:cmAuthor id="3" name="David Fürsich" initials="DF" lastIdx="1" clrIdx="2">
    <p:extLst>
      <p:ext uri="{19B8F6BF-5375-455C-9EA6-DF929625EA0E}">
        <p15:presenceInfo xmlns:p15="http://schemas.microsoft.com/office/powerpoint/2012/main" userId="S::david.fuersich@uzh.ch::8a974e71-c146-4c53-8538-34bd4a20bc8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3F6A"/>
    <a:srgbClr val="3D3D3D"/>
    <a:srgbClr val="00B050"/>
    <a:srgbClr val="F4C500"/>
    <a:srgbClr val="107A1A"/>
    <a:srgbClr val="9DC3E6"/>
    <a:srgbClr val="8FAADC"/>
    <a:srgbClr val="D0CECE"/>
    <a:srgbClr val="BFBFB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Helle Formatvorlage 1 - Akz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248" autoAdjust="0"/>
    <p:restoredTop sz="95487" autoAdjust="0"/>
  </p:normalViewPr>
  <p:slideViewPr>
    <p:cSldViewPr snapToGrid="0">
      <p:cViewPr varScale="1">
        <p:scale>
          <a:sx n="85" d="100"/>
          <a:sy n="85" d="100"/>
        </p:scale>
        <p:origin x="60" y="1230"/>
      </p:cViewPr>
      <p:guideLst>
        <p:guide pos="2767"/>
        <p:guide orient="horz" pos="259"/>
        <p:guide pos="204"/>
        <p:guide pos="3742"/>
        <p:guide pos="2018"/>
        <p:guide orient="horz" pos="2958"/>
        <p:guide pos="5556"/>
        <p:guide pos="2993"/>
        <p:guide orient="horz" pos="191"/>
        <p:guide orient="horz" pos="3049"/>
        <p:guide orient="horz" pos="2935"/>
        <p:guide orient="horz" pos="1733"/>
        <p:guide orient="horz" pos="1847"/>
        <p:guide orient="horz" pos="327"/>
        <p:guide pos="2880"/>
        <p:guide orient="horz" pos="418"/>
        <p:guide pos="1927"/>
        <p:guide pos="3833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5592" y="2034"/>
      </p:cViewPr>
      <p:guideLst>
        <p:guide orient="horz" pos="3172"/>
        <p:guide pos="218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microsoft.com/office/2018/10/relationships/authors" Target="authors.xml"/><Relationship Id="rId10" Type="http://schemas.openxmlformats.org/officeDocument/2006/relationships/commentAuthors" Target="commentAuthors.xml"/><Relationship Id="rId4" Type="http://schemas.openxmlformats.org/officeDocument/2006/relationships/customXml" Target="../customXml/item4.xml"/><Relationship Id="rId9" Type="http://schemas.openxmlformats.org/officeDocument/2006/relationships/tags" Target="tags/tag1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0372670807453416E-2"/>
          <c:y val="0.14092140921409213"/>
          <c:w val="0.91925465838509313"/>
          <c:h val="0.7181571815718157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tx2"/>
            </a:solidFill>
            <a:ln>
              <a:noFill/>
            </a:ln>
          </c:spPr>
          <c:invertIfNegative val="0"/>
          <c:val>
            <c:numRef>
              <c:f>Sheet1!$A$1:$D$1</c:f>
              <c:numCache>
                <c:formatCode>General</c:formatCode>
                <c:ptCount val="4"/>
                <c:pt idx="0">
                  <c:v>3155.8</c:v>
                </c:pt>
                <c:pt idx="1">
                  <c:v>2881.3</c:v>
                </c:pt>
                <c:pt idx="2">
                  <c:v>3057.3</c:v>
                </c:pt>
                <c:pt idx="3">
                  <c:v>3100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B5-42B9-AD5C-D75F2D9BEC6E}"/>
            </c:ext>
          </c:extLst>
        </c:ser>
        <c:ser>
          <c:idx val="1"/>
          <c:order val="1"/>
          <c:spPr>
            <a:solidFill>
              <a:schemeClr val="accent1"/>
            </a:solidFill>
            <a:ln>
              <a:noFill/>
            </a:ln>
          </c:spPr>
          <c:invertIfNegative val="0"/>
          <c:val>
            <c:numRef>
              <c:f>Sheet1!$A$2:$D$2</c:f>
              <c:numCache>
                <c:formatCode>General</c:formatCode>
                <c:ptCount val="4"/>
                <c:pt idx="0">
                  <c:v>914.2</c:v>
                </c:pt>
                <c:pt idx="1">
                  <c:v>914.8</c:v>
                </c:pt>
                <c:pt idx="2">
                  <c:v>1132</c:v>
                </c:pt>
                <c:pt idx="3">
                  <c:v>1184.7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FB5-42B9-AD5C-D75F2D9BEC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527485119"/>
        <c:axId val="1"/>
      </c:barChart>
      <c:lineChart>
        <c:grouping val="standard"/>
        <c:varyColors val="0"/>
        <c:ser>
          <c:idx val="2"/>
          <c:order val="2"/>
          <c:spPr>
            <a:ln w="19050" cmpd="sng" algn="ctr">
              <a:solidFill>
                <a:schemeClr val="accent6"/>
              </a:solidFill>
              <a:prstDash val="solid"/>
            </a:ln>
          </c:spPr>
          <c:marker>
            <c:symbol val="none"/>
          </c:marker>
          <c:val>
            <c:numRef>
              <c:f>Sheet1!$A$3:$D$3</c:f>
              <c:numCache>
                <c:formatCode>General</c:formatCode>
                <c:ptCount val="4"/>
                <c:pt idx="0">
                  <c:v>28.968882692185815</c:v>
                </c:pt>
                <c:pt idx="1">
                  <c:v>31.749557491410123</c:v>
                </c:pt>
                <c:pt idx="2">
                  <c:v>37.026134170673473</c:v>
                </c:pt>
                <c:pt idx="3">
                  <c:v>38.216129032258067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2FB5-42B9-AD5C-D75F2D9BEC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"/>
        <c:axId val="3"/>
      </c:lineChart>
      <c:catAx>
        <c:axId val="152748511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155.8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527485119"/>
        <c:crosses val="min"/>
        <c:crossBetween val="between"/>
      </c:valAx>
      <c:catAx>
        <c:axId val="2"/>
        <c:scaling>
          <c:orientation val="minMax"/>
        </c:scaling>
        <c:delete val="1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38.216129032258067"/>
          <c:min val="-10"/>
        </c:scaling>
        <c:delete val="0"/>
        <c:axPos val="r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2"/>
        <c:crosses val="max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546916890080429"/>
          <c:y val="0.19402985074626866"/>
          <c:w val="0.47631814119749777"/>
          <c:h val="0.6119402985074626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rgbClr val="364D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851C-4D76-BAB8-51B20A95FD43}"/>
              </c:ext>
            </c:extLst>
          </c:dPt>
          <c:dPt>
            <c:idx val="1"/>
            <c:bubble3D val="0"/>
            <c:spPr>
              <a:solidFill>
                <a:srgbClr val="6F8DB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851C-4D76-BAB8-51B20A95FD43}"/>
              </c:ext>
            </c:extLst>
          </c:dPt>
          <c:dPt>
            <c:idx val="2"/>
            <c:bubble3D val="0"/>
            <c:spPr>
              <a:solidFill>
                <a:srgbClr val="9DB1C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851C-4D76-BAB8-51B20A95FD43}"/>
              </c:ext>
            </c:extLst>
          </c:dPt>
          <c:dPt>
            <c:idx val="3"/>
            <c:bubble3D val="0"/>
            <c:spPr>
              <a:solidFill>
                <a:srgbClr val="DFE5E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851C-4D76-BAB8-51B20A95FD43}"/>
              </c:ext>
            </c:extLst>
          </c:dPt>
          <c:dLbls>
            <c:dLbl>
              <c:idx val="0"/>
              <c:layout>
                <c:manualLayout>
                  <c:x val="-2.6809651474530832E-3"/>
                  <c:y val="-2.2962112514351321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51C-4D76-BAB8-51B20A95FD43}"/>
                </c:ext>
              </c:extLst>
            </c:dLbl>
            <c:dLbl>
              <c:idx val="1"/>
              <c:layout>
                <c:manualLayout>
                  <c:x val="3.5746201966041107E-3"/>
                  <c:y val="-8.0367393800229621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851C-4D76-BAB8-51B20A95FD4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Sheet1!$A$1:$A$4</c:f>
              <c:numCache>
                <c:formatCode>General</c:formatCode>
                <c:ptCount val="4"/>
                <c:pt idx="0">
                  <c:v>46.7</c:v>
                </c:pt>
                <c:pt idx="1">
                  <c:v>29.7</c:v>
                </c:pt>
                <c:pt idx="2">
                  <c:v>19.2</c:v>
                </c:pt>
                <c:pt idx="3">
                  <c:v>4.3999999999999995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51C-4D76-BAB8-51B20A95FD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2"/>
      </c:doughnutChart>
    </c:plotArea>
    <c:plotVisOnly val="0"/>
    <c:dispBlanksAs val="gap"/>
    <c:showDLblsOverMax val="1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76C526B2-3BB1-4109-9747-9F43A6241E9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" y="1"/>
            <a:ext cx="3010253" cy="505169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04D3DF9-2175-4A73-AF72-F7B3C5B83B2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33616" y="1"/>
            <a:ext cx="3010253" cy="505169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r">
              <a:defRPr sz="1200"/>
            </a:lvl1pPr>
          </a:lstStyle>
          <a:p>
            <a:fld id="{D7BC3E50-0BA3-4064-AC93-A2BB1F6C9705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51B6A70-DF5E-45D1-9B5F-2DCF24A43D9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" y="9565932"/>
            <a:ext cx="3010253" cy="505168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FE67EDA-D7CF-4709-9B20-44776F58619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33616" y="9565932"/>
            <a:ext cx="3010253" cy="505168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r">
              <a:defRPr sz="1200"/>
            </a:lvl1pPr>
          </a:lstStyle>
          <a:p>
            <a:fld id="{DF76C5B6-3087-4253-8452-0518541DE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29939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928" userDrawn="1">
          <p15:clr>
            <a:srgbClr val="F26B43"/>
          </p15:clr>
        </p15:guide>
        <p15:guide id="2" pos="2208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09712" cy="505304"/>
          </a:xfrm>
          <a:prstGeom prst="rect">
            <a:avLst/>
          </a:prstGeom>
        </p:spPr>
        <p:txBody>
          <a:bodyPr vert="horz" lIns="91421" tIns="45710" rIns="91421" bIns="45710" rtlCol="0"/>
          <a:lstStyle>
            <a:lvl1pPr algn="l" rtl="0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4173" y="0"/>
            <a:ext cx="3009712" cy="505304"/>
          </a:xfrm>
          <a:prstGeom prst="rect">
            <a:avLst/>
          </a:prstGeom>
        </p:spPr>
        <p:txBody>
          <a:bodyPr vert="horz" lIns="91421" tIns="45710" rIns="91421" bIns="45710" rtlCol="0"/>
          <a:lstStyle>
            <a:lvl1pPr algn="r" rtl="0">
              <a:defRPr sz="1200"/>
            </a:lvl1pPr>
          </a:lstStyle>
          <a:p>
            <a:fld id="{77552CD5-DB5B-46F3-833F-DFE2EF9956CA}" type="datetimeFigureOut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2438" y="1258888"/>
            <a:ext cx="6042025" cy="33988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1" tIns="45710" rIns="91421" bIns="4571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4550" y="4846716"/>
            <a:ext cx="5556391" cy="3965496"/>
          </a:xfrm>
          <a:prstGeom prst="rect">
            <a:avLst/>
          </a:prstGeom>
        </p:spPr>
        <p:txBody>
          <a:bodyPr vert="horz" lIns="91421" tIns="45710" rIns="91421" bIns="4571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565798"/>
            <a:ext cx="3009712" cy="505303"/>
          </a:xfrm>
          <a:prstGeom prst="rect">
            <a:avLst/>
          </a:prstGeom>
        </p:spPr>
        <p:txBody>
          <a:bodyPr vert="horz" lIns="91421" tIns="45710" rIns="91421" bIns="45710" rtlCol="0" anchor="b"/>
          <a:lstStyle>
            <a:lvl1pPr algn="l" rtl="0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4173" y="9565798"/>
            <a:ext cx="3009712" cy="505303"/>
          </a:xfrm>
          <a:prstGeom prst="rect">
            <a:avLst/>
          </a:prstGeom>
        </p:spPr>
        <p:txBody>
          <a:bodyPr vert="horz" lIns="91421" tIns="45710" rIns="91421" bIns="45710" rtlCol="0" anchor="b"/>
          <a:lstStyle>
            <a:lvl1pPr algn="r" rtl="0">
              <a:defRPr sz="1200"/>
            </a:lvl1pPr>
          </a:lstStyle>
          <a:p>
            <a:fld id="{B39E50BF-321C-41EB-A04D-89790E5D4E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524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9E50BF-321C-41EB-A04D-89790E5D4E0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070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oleObject" Target="../embeddings/oleObject4.bin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4" Type="http://schemas.openxmlformats.org/officeDocument/2006/relationships/oleObject" Target="../embeddings/oleObject5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4" Type="http://schemas.openxmlformats.org/officeDocument/2006/relationships/oleObject" Target="../embeddings/oleObject6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4" Type="http://schemas.openxmlformats.org/officeDocument/2006/relationships/oleObject" Target="../embeddings/oleObject7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4" Type="http://schemas.openxmlformats.org/officeDocument/2006/relationships/oleObject" Target="../embeddings/oleObject8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4" Type="http://schemas.openxmlformats.org/officeDocument/2006/relationships/oleObject" Target="../embeddings/oleObject9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4" Type="http://schemas.openxmlformats.org/officeDocument/2006/relationships/oleObject" Target="../embeddings/oleObject9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4" Type="http://schemas.openxmlformats.org/officeDocument/2006/relationships/oleObject" Target="../embeddings/oleObject10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4" Type="http://schemas.openxmlformats.org/officeDocument/2006/relationships/oleObject" Target="../embeddings/oleObject11.bin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4" Type="http://schemas.openxmlformats.org/officeDocument/2006/relationships/oleObject" Target="../embeddings/oleObject12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4" Type="http://schemas.openxmlformats.org/officeDocument/2006/relationships/oleObject" Target="../embeddings/oleObject13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4" Type="http://schemas.openxmlformats.org/officeDocument/2006/relationships/oleObject" Target="../embeddings/oleObject14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4" Type="http://schemas.openxmlformats.org/officeDocument/2006/relationships/oleObject" Target="../embeddings/oleObject11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4" Type="http://schemas.openxmlformats.org/officeDocument/2006/relationships/oleObject" Target="../embeddings/oleObject15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oleObject" Target="../embeddings/oleObject16.bin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4" Type="http://schemas.openxmlformats.org/officeDocument/2006/relationships/oleObject" Target="../embeddings/oleObject17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2197881D-8918-C775-716D-504199AEAB0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306224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D326D55-2195-6F43-30AD-801D3AF8DEC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5265" y="1852000"/>
            <a:ext cx="84963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2400" b="1" cap="all" baseline="0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01D1B8A-8A41-09B0-7E35-0CC6735BEA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2939" y="2138354"/>
            <a:ext cx="8485080" cy="1800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 cap="none" baseline="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84ADFD49-95F7-80F6-AEFE-B3216BE40E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0623" y="1220788"/>
            <a:ext cx="1776413" cy="27146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buNone/>
              <a:defRPr sz="900" i="1"/>
            </a:lvl1pPr>
            <a:lvl2pPr marL="493713" indent="0">
              <a:buNone/>
              <a:defRPr/>
            </a:lvl2pPr>
            <a:lvl3pPr marL="842962" indent="0">
              <a:buNone/>
              <a:defRPr/>
            </a:lvl3pPr>
            <a:lvl4pPr marL="1266060" indent="0">
              <a:buNone/>
              <a:defRPr/>
            </a:lvl4pPr>
            <a:lvl5pPr marL="1688082" indent="0"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r>
              <a:rPr lang="en-US"/>
              <a:t>edit Master</a:t>
            </a:r>
            <a:endParaRPr lang="en-US" dirty="0"/>
          </a:p>
        </p:txBody>
      </p:sp>
      <p:sp>
        <p:nvSpPr>
          <p:cNvPr id="8" name="Picture Placeholder 18">
            <a:extLst>
              <a:ext uri="{FF2B5EF4-FFF2-40B4-BE49-F238E27FC236}">
                <a16:creationId xmlns:a16="http://schemas.microsoft.com/office/drawing/2014/main" id="{169389F3-C80B-12A0-BEBF-29CECB50D26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28492" y="2571750"/>
            <a:ext cx="1936750" cy="1411288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endParaRPr lang="en-GB" dirty="0"/>
          </a:p>
        </p:txBody>
      </p:sp>
      <p:sp>
        <p:nvSpPr>
          <p:cNvPr id="9" name="Picture Placeholder 18">
            <a:extLst>
              <a:ext uri="{FF2B5EF4-FFF2-40B4-BE49-F238E27FC236}">
                <a16:creationId xmlns:a16="http://schemas.microsoft.com/office/drawing/2014/main" id="{9BFE5C34-DBA0-5D49-91AF-9F555F519D5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511295" y="2571750"/>
            <a:ext cx="1936750" cy="1411288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endParaRPr lang="en-GB" dirty="0"/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8B6D6F96-F0E6-4B7E-28B5-C130CFE96C3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694098" y="2571750"/>
            <a:ext cx="1936750" cy="1411288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endParaRPr lang="en-GB" dirty="0"/>
          </a:p>
        </p:txBody>
      </p:sp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3A9C7694-ECE3-2790-6678-02A06101EDF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76901" y="2571750"/>
            <a:ext cx="1936750" cy="1411288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endParaRPr lang="en-GB" dirty="0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85104EFF-3519-D684-2B80-9FFFF618421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30623" y="582103"/>
            <a:ext cx="1216025" cy="576262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03D4DD5E-1D96-1647-E8E9-6A7D83D65AB5}"/>
              </a:ext>
            </a:extLst>
          </p:cNvPr>
          <p:cNvSpPr>
            <a:spLocks noGrp="1" noChangeArrowheads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328492" y="4885139"/>
            <a:ext cx="1800506" cy="180000"/>
          </a:xfrm>
          <a:prstGeom prst="rect">
            <a:avLst/>
          </a:prstGeom>
          <a:ln/>
        </p:spPr>
        <p:txBody>
          <a:bodyPr lIns="0" tIns="0" rIns="0" bIns="0" anchor="t" anchorCtr="0"/>
          <a:lstStyle>
            <a:lvl1pPr rtl="0">
              <a:defRPr sz="9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6" name="Footer Placeholder 14">
            <a:extLst>
              <a:ext uri="{FF2B5EF4-FFF2-40B4-BE49-F238E27FC236}">
                <a16:creationId xmlns:a16="http://schemas.microsoft.com/office/drawing/2014/main" id="{94C02E6F-63B2-083F-642C-8B1F445EE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82158" y="4885139"/>
            <a:ext cx="1579685" cy="180000"/>
          </a:xfrm>
        </p:spPr>
        <p:txBody>
          <a:bodyPr/>
          <a:lstStyle>
            <a:lvl1pPr rtl="0">
              <a:defRPr/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sp>
        <p:nvSpPr>
          <p:cNvPr id="14" name="Slide Number Placeholder 15">
            <a:extLst>
              <a:ext uri="{FF2B5EF4-FFF2-40B4-BE49-F238E27FC236}">
                <a16:creationId xmlns:a16="http://schemas.microsoft.com/office/drawing/2014/main" id="{F28FAFE6-9AFA-66FA-4823-21272A3DF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3242" y="4885139"/>
            <a:ext cx="422266" cy="180000"/>
          </a:xfrm>
        </p:spPr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782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B01325C-F6E0-5196-931B-A1B01CEE6C9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416809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122BFCF-C366-74D8-A4C9-F9C21651B586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0" y="854416"/>
            <a:ext cx="9144000" cy="3803650"/>
          </a:xfrm>
          <a:prstGeom prst="rect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</p:spPr>
        <p:txBody>
          <a:bodyPr/>
          <a:lstStyle>
            <a:lvl1pPr rtl="0">
              <a:defRPr>
                <a:solidFill>
                  <a:srgbClr val="3D3D3D"/>
                </a:solidFill>
              </a:defRPr>
            </a:lvl1pPr>
            <a:lvl2pPr rtl="0">
              <a:defRPr>
                <a:solidFill>
                  <a:srgbClr val="3D3D3D"/>
                </a:solidFill>
              </a:defRPr>
            </a:lvl2pPr>
            <a:lvl3pPr rtl="0">
              <a:defRPr>
                <a:solidFill>
                  <a:srgbClr val="3D3D3D"/>
                </a:solidFill>
              </a:defRPr>
            </a:lvl3pPr>
            <a:lvl4pPr rtl="0">
              <a:defRPr>
                <a:solidFill>
                  <a:srgbClr val="3D3D3D"/>
                </a:solidFill>
              </a:defRPr>
            </a:lvl4pPr>
            <a:lvl5pPr rtl="0">
              <a:defRPr>
                <a:solidFill>
                  <a:srgbClr val="3D3D3D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48">
            <a:extLst>
              <a:ext uri="{FF2B5EF4-FFF2-40B4-BE49-F238E27FC236}">
                <a16:creationId xmlns:a16="http://schemas.microsoft.com/office/drawing/2014/main" id="{76B350E4-262C-3E8F-1846-C531E4F4E11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350" y="854416"/>
            <a:ext cx="9144000" cy="38064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3D3D3D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5C5EA24-6E97-5361-8311-23AF3AC81F4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27241" y="994467"/>
            <a:ext cx="4318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>
            <a:noAutofit/>
          </a:bodyPr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71FC61E5-D144-2242-BF45-37C95813DF0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24616" y="994467"/>
            <a:ext cx="32920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2BF5378-90EB-4E83-E32D-7FE3FDAAD45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96002" y="994467"/>
            <a:ext cx="720725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A1FE1E8-09BC-F168-C97F-B3B3636D348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27241" y="1379802"/>
            <a:ext cx="4318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>
            <a:noAutofit/>
          </a:bodyPr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E3024907-E3FC-DB97-3D68-9673A4BFE34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24616" y="1379802"/>
            <a:ext cx="32920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91875939-1564-A563-E1B1-28C7FCAF317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396002" y="1379802"/>
            <a:ext cx="720725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559B74B-2A78-AD77-D6B0-81FC5A178D2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27241" y="1765137"/>
            <a:ext cx="4318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>
            <a:noAutofit/>
          </a:bodyPr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1CFDDBB6-5D9D-088B-807B-740F795C88C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24616" y="1765137"/>
            <a:ext cx="32920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F61922F-810E-CE54-FDE5-256A402ACDD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96002" y="1765137"/>
            <a:ext cx="720725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5F7E069F-B93D-0828-2228-B59D5A728BC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27241" y="2150472"/>
            <a:ext cx="4318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>
            <a:noAutofit/>
          </a:bodyPr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645F426C-F783-9C4F-5DC0-9261791073F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24616" y="2150472"/>
            <a:ext cx="32920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680E0419-0FAE-AE9C-C845-DE167ABDFCF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96002" y="2150472"/>
            <a:ext cx="720725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D393012A-0302-1EA7-5687-6BD37E1CDBF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27241" y="2535807"/>
            <a:ext cx="4318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6B522191-38FA-D2C3-B0A0-8FD372F1632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24616" y="2535807"/>
            <a:ext cx="32920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EB2C0169-A407-6649-0101-9F3D7C9F049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396002" y="2535807"/>
            <a:ext cx="720725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66C4C7EE-12B8-E805-9A3F-09EAFA0251A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27241" y="2921142"/>
            <a:ext cx="4318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A76401FC-0A8D-D819-0C91-8812551A25C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24616" y="2921142"/>
            <a:ext cx="32920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78FCB58C-7411-015C-1882-B9F2434CB0B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396002" y="2921142"/>
            <a:ext cx="720725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83BA6765-3480-C4C6-4405-C8E0899B655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91658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58F6906-75FC-6374-D76F-C994509A6890}"/>
              </a:ext>
            </a:extLst>
          </p:cNvPr>
          <p:cNvSpPr>
            <a:spLocks noGrp="1" noChangeArrowheads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328492" y="4885139"/>
            <a:ext cx="1800506" cy="180000"/>
          </a:xfrm>
          <a:prstGeom prst="rect">
            <a:avLst/>
          </a:prstGeom>
          <a:ln/>
        </p:spPr>
        <p:txBody>
          <a:bodyPr lIns="0" tIns="0" rIns="0" bIns="0" anchor="t" anchorCtr="0"/>
          <a:lstStyle>
            <a:lvl1pPr rtl="0">
              <a:defRPr sz="9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25" name="Slide Number Placeholder 15">
            <a:extLst>
              <a:ext uri="{FF2B5EF4-FFF2-40B4-BE49-F238E27FC236}">
                <a16:creationId xmlns:a16="http://schemas.microsoft.com/office/drawing/2014/main" id="{454D0225-0606-0EDA-3721-1903ABF8B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3242" y="4885139"/>
            <a:ext cx="422266" cy="180000"/>
          </a:xfrm>
        </p:spPr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7" name="Footer Placeholder 14">
            <a:extLst>
              <a:ext uri="{FF2B5EF4-FFF2-40B4-BE49-F238E27FC236}">
                <a16:creationId xmlns:a16="http://schemas.microsoft.com/office/drawing/2014/main" id="{410CE8EB-870D-171D-4D12-687A3D832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82158" y="4885139"/>
            <a:ext cx="1579685" cy="180000"/>
          </a:xfrm>
        </p:spPr>
        <p:txBody>
          <a:bodyPr/>
          <a:lstStyle>
            <a:lvl1pPr rtl="0">
              <a:defRPr/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6695404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7" userDrawn="1">
          <p15:clr>
            <a:srgbClr val="FBAE40"/>
          </p15:clr>
        </p15:guide>
        <p15:guide id="2" orient="horz" pos="41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2833EEB4-718C-DF24-AD79-7C6B4D3496F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537401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04" imgH="405" progId="TCLayout.ActiveDocument.1">
                  <p:embed/>
                </p:oleObj>
              </mc:Choice>
              <mc:Fallback>
                <p:oleObj name="think-cell Slide" r:id="rId5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6A7EACC-4B95-4072-5C50-D113157841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2361" y="1330773"/>
            <a:ext cx="9144000" cy="2805113"/>
          </a:xfrm>
          <a:prstGeom prst="rect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</p:spPr>
        <p:txBody>
          <a:bodyPr/>
          <a:lstStyle>
            <a:lvl1pPr marL="0" indent="0" rtl="0">
              <a:buNone/>
              <a:defRPr>
                <a:solidFill>
                  <a:srgbClr val="3D3D3D"/>
                </a:solidFill>
              </a:defRPr>
            </a:lvl1pPr>
            <a:lvl2pPr>
              <a:defRPr>
                <a:solidFill>
                  <a:srgbClr val="3D3D3D"/>
                </a:solidFill>
              </a:defRPr>
            </a:lvl2pPr>
            <a:lvl3pPr>
              <a:defRPr>
                <a:solidFill>
                  <a:srgbClr val="3D3D3D"/>
                </a:solidFill>
              </a:defRPr>
            </a:lvl3pPr>
            <a:lvl4pPr>
              <a:defRPr>
                <a:solidFill>
                  <a:srgbClr val="3D3D3D"/>
                </a:solidFill>
              </a:defRPr>
            </a:lvl4pPr>
            <a:lvl5pPr marL="1688082" indent="0" rtl="0">
              <a:buNone/>
              <a:defRPr>
                <a:solidFill>
                  <a:srgbClr val="3D3D3D"/>
                </a:solidFill>
              </a:defRPr>
            </a:lvl5pPr>
          </a:lstStyle>
          <a:p>
            <a:pPr lvl="0"/>
            <a:r>
              <a:rPr lang="en-US" dirty="0"/>
              <a:t>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8E6C3FF-00A7-FE8C-C105-70DC9EC76A9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361" y="1336095"/>
            <a:ext cx="9146361" cy="2805113"/>
          </a:xfrm>
          <a:prstGeom prst="rect">
            <a:avLst/>
          </a:prstGeom>
          <a:solidFill>
            <a:srgbClr val="3D3D3D"/>
          </a:solidFill>
        </p:spPr>
        <p:txBody>
          <a:bodyPr/>
          <a:lstStyle>
            <a:lvl1pPr marL="0" indent="0">
              <a:buNone/>
              <a:defRPr>
                <a:solidFill>
                  <a:srgbClr val="3D3D3D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7A097E4-D9B3-7FF4-7DD5-2881DB3112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9113" y="3408363"/>
            <a:ext cx="4433887" cy="411162"/>
          </a:xfrm>
          <a:prstGeom prst="rect">
            <a:avLst/>
          </a:prstGeom>
        </p:spPr>
        <p:txBody>
          <a:bodyPr/>
          <a:lstStyle>
            <a:lvl1pPr marL="0" indent="0" rtl="0">
              <a:buFontTx/>
              <a:buNone/>
              <a:defRPr sz="26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600" b="1">
                <a:solidFill>
                  <a:schemeClr val="bg1"/>
                </a:solidFill>
              </a:defRPr>
            </a:lvl2pPr>
            <a:lvl3pPr marL="914400" indent="0">
              <a:buNone/>
              <a:defRPr sz="2600" b="1">
                <a:solidFill>
                  <a:schemeClr val="bg1"/>
                </a:solidFill>
              </a:defRPr>
            </a:lvl3pPr>
            <a:lvl4pPr marL="1371600" indent="0">
              <a:buNone/>
              <a:defRPr sz="2600" b="1">
                <a:solidFill>
                  <a:schemeClr val="bg1"/>
                </a:solidFill>
              </a:defRPr>
            </a:lvl4pPr>
            <a:lvl5pPr>
              <a:defRPr sz="2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856155ED-769D-AB8F-77A7-EE26CD3FB6E3}"/>
              </a:ext>
            </a:extLst>
          </p:cNvPr>
          <p:cNvSpPr>
            <a:spLocks noGrp="1" noChangeArrowheads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328492" y="4885139"/>
            <a:ext cx="1800506" cy="180000"/>
          </a:xfrm>
          <a:prstGeom prst="rect">
            <a:avLst/>
          </a:prstGeom>
          <a:ln/>
        </p:spPr>
        <p:txBody>
          <a:bodyPr lIns="0" tIns="0" rIns="0" bIns="0" anchor="t" anchorCtr="0"/>
          <a:lstStyle>
            <a:lvl1pPr rtl="0">
              <a:defRPr sz="9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5" name="Fußzeilenplatzhalter 6">
            <a:extLst>
              <a:ext uri="{FF2B5EF4-FFF2-40B4-BE49-F238E27FC236}">
                <a16:creationId xmlns:a16="http://schemas.microsoft.com/office/drawing/2014/main" id="{83B0F7F6-EA27-9BF9-BED3-62958AE7AD8A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 bwMode="auto">
          <a:xfrm>
            <a:off x="3782158" y="4885139"/>
            <a:ext cx="1579685" cy="180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 rtl="0">
              <a:defRPr sz="9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93A36832-5332-3665-9ECF-B0337459C44B}"/>
              </a:ext>
            </a:extLst>
          </p:cNvPr>
          <p:cNvSpPr txBox="1">
            <a:spLocks/>
          </p:cNvSpPr>
          <p:nvPr userDrawn="1"/>
        </p:nvSpPr>
        <p:spPr>
          <a:xfrm>
            <a:off x="8393242" y="4885139"/>
            <a:ext cx="422266" cy="180000"/>
          </a:xfrm>
          <a:prstGeom prst="rect">
            <a:avLst/>
          </a:prstGeom>
          <a:ln/>
        </p:spPr>
        <p:txBody>
          <a:bodyPr lIns="0" tIns="0" rIns="0" bIns="0" anchor="t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4709C5-D592-4784-B331-5CC8F77FAAFB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7953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39021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485883B-728C-1796-C126-6B8D62988DD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92771B8D-156C-518E-4576-7231EBF2D9C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7826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254553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92619880-DA56-2A20-F6A3-C69132B15E8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8487016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F22AB65-2EA0-F431-B8DB-1563EB3A21F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846912"/>
            <a:ext cx="8491658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6D59254-1EBB-4CD3-49CD-2104E201C9C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3AECDE67-E01B-9178-88C8-D838BAC5E03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0249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818280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6" name="Gerader Verbinder 2">
            <a:extLst>
              <a:ext uri="{FF2B5EF4-FFF2-40B4-BE49-F238E27FC236}">
                <a16:creationId xmlns:a16="http://schemas.microsoft.com/office/drawing/2014/main" id="{C84BCC25-37B2-A8A8-4A62-BF24E679E7E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1069809"/>
            <a:ext cx="8496300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F22AB65-2EA0-F431-B8DB-1563EB3A21F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846912"/>
            <a:ext cx="8491658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92619880-DA56-2A20-F6A3-C69132B15E8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8487016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13545F3-C130-0DC7-4F06-80AD1C3C0D3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E91694BE-596B-36FA-A233-A33BE79723B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4438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642475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D6B8517-9C5F-B3A7-5742-8082D6DB237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846912"/>
            <a:ext cx="40687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662A1C91-4A34-7D1A-619E-FB551D67EAA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751389" y="846912"/>
            <a:ext cx="40687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4064121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11DA4587-EE17-4073-80FA-0B0DE283B66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751389" y="1178881"/>
            <a:ext cx="4064121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D266DA-EF3F-C340-40ED-EE28A0226FE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1501971-B8B9-8484-0787-44320AF02CE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97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993075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662A1C91-4A34-7D1A-619E-FB551D67EAA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751389" y="846912"/>
            <a:ext cx="40687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4064121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11DA4587-EE17-4073-80FA-0B0DE283B66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751389" y="1178881"/>
            <a:ext cx="4064121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9" name="Gerader Verbinder 2">
            <a:extLst>
              <a:ext uri="{FF2B5EF4-FFF2-40B4-BE49-F238E27FC236}">
                <a16:creationId xmlns:a16="http://schemas.microsoft.com/office/drawing/2014/main" id="{4C493647-95DB-582E-C88A-D3BFEBB16AAB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51389" y="1069809"/>
            <a:ext cx="4068763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DC5CD8-7BAF-118B-0257-4E7A04EBB3B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23850" y="846912"/>
            <a:ext cx="40687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cxnSp>
        <p:nvCxnSpPr>
          <p:cNvPr id="10" name="Gerader Verbinder 2">
            <a:extLst>
              <a:ext uri="{FF2B5EF4-FFF2-40B4-BE49-F238E27FC236}">
                <a16:creationId xmlns:a16="http://schemas.microsoft.com/office/drawing/2014/main" id="{33F0510F-E570-0292-738B-40FE158FB84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1069809"/>
            <a:ext cx="4068763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DCF6D5A8-F414-748D-BABA-5ECDCCD3075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719055F7-5CF0-022F-E8ED-520A87BC1E2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629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009090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5E5CB80C-FCB5-9B8F-F48C-208C38F8144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27352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108BBC33-7B79-613F-B478-8A387463C1A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84888" y="846912"/>
            <a:ext cx="27360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3" y="1178881"/>
            <a:ext cx="2721382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0E2D57C5-72FC-DD0E-E6C6-2127F43001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84888" y="1178881"/>
            <a:ext cx="2730620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1656D2CF-FEBC-457A-BBE4-EAD28CBF098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04024" y="846912"/>
            <a:ext cx="273595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DE70A22-C355-1235-78A2-CEB9D1C7277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89A6374F-FEC8-E43D-A482-CD3376919E9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A30D6717-18EF-AB6F-A3A7-5E8261BF249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198955" y="1178881"/>
            <a:ext cx="2741469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169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81856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6" name="Gerader Verbinder 2">
            <a:extLst>
              <a:ext uri="{FF2B5EF4-FFF2-40B4-BE49-F238E27FC236}">
                <a16:creationId xmlns:a16="http://schemas.microsoft.com/office/drawing/2014/main" id="{D4639432-BA0A-E377-5592-8200BB12364B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1069809"/>
            <a:ext cx="2736000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3" y="1178881"/>
            <a:ext cx="2721382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0E2D57C5-72FC-DD0E-E6C6-2127F43001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84888" y="1178881"/>
            <a:ext cx="2730620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5E5CB80C-FCB5-9B8F-F48C-208C38F8144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27352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cxnSp>
        <p:nvCxnSpPr>
          <p:cNvPr id="36" name="Gerader Verbinder 2">
            <a:extLst>
              <a:ext uri="{FF2B5EF4-FFF2-40B4-BE49-F238E27FC236}">
                <a16:creationId xmlns:a16="http://schemas.microsoft.com/office/drawing/2014/main" id="{B4DD0D50-E58D-526C-033A-73A71AE0384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04472" y="1069809"/>
            <a:ext cx="2735953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Gerader Verbinder 2">
            <a:extLst>
              <a:ext uri="{FF2B5EF4-FFF2-40B4-BE49-F238E27FC236}">
                <a16:creationId xmlns:a16="http://schemas.microsoft.com/office/drawing/2014/main" id="{867031DE-E1D5-D981-0D84-B22A2B03597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84888" y="1069809"/>
            <a:ext cx="2736000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108BBC33-7B79-613F-B478-8A387463C1A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84888" y="846912"/>
            <a:ext cx="27360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A3D8EE8B-AE43-468A-AF30-B7F8CDA1E7E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295D2C4-085A-74F3-112E-39B17774754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003F3D5F-62E4-8700-9056-F72505F5251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198955" y="1178881"/>
            <a:ext cx="2741469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CB666C4-0DA7-6214-B151-008102DC942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04024" y="846912"/>
            <a:ext cx="273595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652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611585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5E5CB80C-FCB5-9B8F-F48C-208C38F8144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5616575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108BBC33-7B79-613F-B478-8A387463C1A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84888" y="846912"/>
            <a:ext cx="27360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5611933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0E2D57C5-72FC-DD0E-E6C6-2127F43001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84888" y="1178881"/>
            <a:ext cx="2730620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55B0DF8F-0485-352D-C1B9-A61FB7B157B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61CFFC1-1E1C-78FC-CE5C-0236517A3D3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573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2" orient="horz" pos="1620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2958" userDrawn="1">
          <p15:clr>
            <a:srgbClr val="FBAE40"/>
          </p15:clr>
        </p15:guide>
        <p15:guide id="10" pos="2767" userDrawn="1">
          <p15:clr>
            <a:srgbClr val="FBAE40"/>
          </p15:clr>
        </p15:guide>
        <p15:guide id="11" pos="2993" userDrawn="1">
          <p15:clr>
            <a:srgbClr val="FBAE40"/>
          </p15:clr>
        </p15:guide>
        <p15:guide id="13" pos="1927" userDrawn="1">
          <p15:clr>
            <a:srgbClr val="FBAE40"/>
          </p15:clr>
        </p15:guide>
        <p15:guide id="14" pos="3742" userDrawn="1">
          <p15:clr>
            <a:srgbClr val="FBAE40"/>
          </p15:clr>
        </p15:guide>
        <p15:guide id="15" pos="3833" userDrawn="1">
          <p15:clr>
            <a:srgbClr val="FBAE40"/>
          </p15:clr>
        </p15:guide>
        <p15:guide id="17" pos="2018" userDrawn="1">
          <p15:clr>
            <a:srgbClr val="FBAE40"/>
          </p15:clr>
        </p15:guide>
        <p15:guide id="18" orient="horz" pos="667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37345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6" name="Gerader Verbinder 2">
            <a:extLst>
              <a:ext uri="{FF2B5EF4-FFF2-40B4-BE49-F238E27FC236}">
                <a16:creationId xmlns:a16="http://schemas.microsoft.com/office/drawing/2014/main" id="{D4639432-BA0A-E377-5592-8200BB12364B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1069809"/>
            <a:ext cx="5616575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5611933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0E2D57C5-72FC-DD0E-E6C6-2127F43001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84888" y="1178881"/>
            <a:ext cx="2730620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5E5CB80C-FCB5-9B8F-F48C-208C38F8144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5616575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cxnSp>
        <p:nvCxnSpPr>
          <p:cNvPr id="37" name="Gerader Verbinder 2">
            <a:extLst>
              <a:ext uri="{FF2B5EF4-FFF2-40B4-BE49-F238E27FC236}">
                <a16:creationId xmlns:a16="http://schemas.microsoft.com/office/drawing/2014/main" id="{867031DE-E1D5-D981-0D84-B22A2B03597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84888" y="1069809"/>
            <a:ext cx="2736000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108BBC33-7B79-613F-B478-8A387463C1A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84888" y="846912"/>
            <a:ext cx="27360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799D20A6-E4A9-3510-1CCD-D538CE9F770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8D33DAEE-ECA3-EE96-AC58-63405FAA7D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5985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2" orient="horz" pos="1620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2958" userDrawn="1">
          <p15:clr>
            <a:srgbClr val="FBAE40"/>
          </p15:clr>
        </p15:guide>
        <p15:guide id="10" pos="2767" userDrawn="1">
          <p15:clr>
            <a:srgbClr val="FBAE40"/>
          </p15:clr>
        </p15:guide>
        <p15:guide id="11" pos="2993" userDrawn="1">
          <p15:clr>
            <a:srgbClr val="FBAE40"/>
          </p15:clr>
        </p15:guide>
        <p15:guide id="13" pos="1927" userDrawn="1">
          <p15:clr>
            <a:srgbClr val="FBAE40"/>
          </p15:clr>
        </p15:guide>
        <p15:guide id="14" pos="3742" userDrawn="1">
          <p15:clr>
            <a:srgbClr val="FBAE40"/>
          </p15:clr>
        </p15:guide>
        <p15:guide id="15" pos="3833" userDrawn="1">
          <p15:clr>
            <a:srgbClr val="FBAE40"/>
          </p15:clr>
        </p15:guide>
        <p15:guide id="17" pos="2018" userDrawn="1">
          <p15:clr>
            <a:srgbClr val="FBAE40"/>
          </p15:clr>
        </p15:guide>
        <p15:guide id="18" orient="horz" pos="66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13701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5E5CB80C-FCB5-9B8F-F48C-208C38F8144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27352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108BBC33-7B79-613F-B478-8A387463C1A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203575" y="846912"/>
            <a:ext cx="561731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2730621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0E2D57C5-72FC-DD0E-E6C6-2127F43001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203575" y="1178881"/>
            <a:ext cx="5611933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F5D4F436-70D7-3002-8CD6-0DA229FB163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60DEC2AF-327D-95E5-BB45-6978C30CBEA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835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2" orient="horz" pos="1620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2958" userDrawn="1">
          <p15:clr>
            <a:srgbClr val="FBAE40"/>
          </p15:clr>
        </p15:guide>
        <p15:guide id="10" pos="2767" userDrawn="1">
          <p15:clr>
            <a:srgbClr val="FBAE40"/>
          </p15:clr>
        </p15:guide>
        <p15:guide id="11" pos="2993" userDrawn="1">
          <p15:clr>
            <a:srgbClr val="FBAE40"/>
          </p15:clr>
        </p15:guide>
        <p15:guide id="13" pos="1927" userDrawn="1">
          <p15:clr>
            <a:srgbClr val="FBAE40"/>
          </p15:clr>
        </p15:guide>
        <p15:guide id="14" pos="3742" userDrawn="1">
          <p15:clr>
            <a:srgbClr val="FBAE40"/>
          </p15:clr>
        </p15:guide>
        <p15:guide id="15" pos="3833" userDrawn="1">
          <p15:clr>
            <a:srgbClr val="FBAE40"/>
          </p15:clr>
        </p15:guide>
        <p15:guide id="17" pos="2018" userDrawn="1">
          <p15:clr>
            <a:srgbClr val="FBAE40"/>
          </p15:clr>
        </p15:guide>
        <p15:guide id="18" orient="horz" pos="667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948493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6" name="Gerader Verbinder 2">
            <a:extLst>
              <a:ext uri="{FF2B5EF4-FFF2-40B4-BE49-F238E27FC236}">
                <a16:creationId xmlns:a16="http://schemas.microsoft.com/office/drawing/2014/main" id="{D4639432-BA0A-E377-5592-8200BB12364B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1069809"/>
            <a:ext cx="2735263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2730621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0E2D57C5-72FC-DD0E-E6C6-2127F43001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203575" y="1178881"/>
            <a:ext cx="5611933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5E5CB80C-FCB5-9B8F-F48C-208C38F8144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27352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cxnSp>
        <p:nvCxnSpPr>
          <p:cNvPr id="37" name="Gerader Verbinder 2">
            <a:extLst>
              <a:ext uri="{FF2B5EF4-FFF2-40B4-BE49-F238E27FC236}">
                <a16:creationId xmlns:a16="http://schemas.microsoft.com/office/drawing/2014/main" id="{867031DE-E1D5-D981-0D84-B22A2B03597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03575" y="1069809"/>
            <a:ext cx="5617313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108BBC33-7B79-613F-B478-8A387463C1A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203575" y="846912"/>
            <a:ext cx="561731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4EBD9D15-264F-3B12-89B7-B460569C726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2DDD7C4-C08D-679B-3C58-22E1479D90B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1829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2" orient="horz" pos="1620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2958" userDrawn="1">
          <p15:clr>
            <a:srgbClr val="FBAE40"/>
          </p15:clr>
        </p15:guide>
        <p15:guide id="10" pos="2767" userDrawn="1">
          <p15:clr>
            <a:srgbClr val="FBAE40"/>
          </p15:clr>
        </p15:guide>
        <p15:guide id="11" pos="2993" userDrawn="1">
          <p15:clr>
            <a:srgbClr val="FBAE40"/>
          </p15:clr>
        </p15:guide>
        <p15:guide id="13" pos="1927" userDrawn="1">
          <p15:clr>
            <a:srgbClr val="FBAE40"/>
          </p15:clr>
        </p15:guide>
        <p15:guide id="14" pos="3742" userDrawn="1">
          <p15:clr>
            <a:srgbClr val="FBAE40"/>
          </p15:clr>
        </p15:guide>
        <p15:guide id="15" pos="3833" userDrawn="1">
          <p15:clr>
            <a:srgbClr val="FBAE40"/>
          </p15:clr>
        </p15:guide>
        <p15:guide id="17" pos="2018" userDrawn="1">
          <p15:clr>
            <a:srgbClr val="FBAE40"/>
          </p15:clr>
        </p15:guide>
        <p15:guide id="18" orient="horz" pos="66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491442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45264384-7F5C-F25F-2934-E989728ED63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84963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E70AD731-0FCC-1471-9625-DF4977DD82F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33135" y="3128151"/>
            <a:ext cx="8482372" cy="153116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CC31E426-0731-AD94-45D7-2088C929B9D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79"/>
            <a:ext cx="8482372" cy="1512000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748A64B7-0EF4-DC35-647D-53514AF46CE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23850" y="2791391"/>
            <a:ext cx="84963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972814A-E3F6-DB3E-EBAD-847C978B31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AFAD413A-221F-7730-8870-8D480238059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3989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  <p15:guide id="8" orient="horz" pos="189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059467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E70AD731-0FCC-1471-9625-DF4977DD82F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33135" y="3128151"/>
            <a:ext cx="8482372" cy="153116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CC31E426-0731-AD94-45D7-2088C929B9D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79"/>
            <a:ext cx="8482372" cy="1512000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9" name="Gerader Verbinder 2">
            <a:extLst>
              <a:ext uri="{FF2B5EF4-FFF2-40B4-BE49-F238E27FC236}">
                <a16:creationId xmlns:a16="http://schemas.microsoft.com/office/drawing/2014/main" id="{6281F47A-28DB-96BB-FA47-C6FCD011A4F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1069809"/>
            <a:ext cx="8496300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FC7E5674-F10F-E69F-8667-31DB99952BD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84963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cxnSp>
        <p:nvCxnSpPr>
          <p:cNvPr id="22" name="Gerader Verbinder 2">
            <a:extLst>
              <a:ext uri="{FF2B5EF4-FFF2-40B4-BE49-F238E27FC236}">
                <a16:creationId xmlns:a16="http://schemas.microsoft.com/office/drawing/2014/main" id="{6F70B8C4-BF85-937E-BB11-31FB3A86E96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3009646"/>
            <a:ext cx="8496300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6D061AB-D45F-200B-3A3A-77917E3077C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23850" y="2791391"/>
            <a:ext cx="84963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B28B3D62-3C7D-5ED6-1450-4A87EA7BBD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021D2FFA-F2C4-6403-0FE2-15414B0E92C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367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  <p15:guide id="8" orient="horz" pos="189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238600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70FB309-0B92-86DB-5507-2DB98CCBB59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751388" y="2791789"/>
            <a:ext cx="406412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45264384-7F5C-F25F-2934-E989728ED63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4063206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AB218703-0B16-DEBD-98D1-AEA911445C4C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751388" y="846912"/>
            <a:ext cx="4063206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9" name="Text Placeholder 29">
            <a:extLst>
              <a:ext uri="{FF2B5EF4-FFF2-40B4-BE49-F238E27FC236}">
                <a16:creationId xmlns:a16="http://schemas.microsoft.com/office/drawing/2014/main" id="{0866A207-2478-81B4-5289-3AB9613E946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751388" y="3128151"/>
            <a:ext cx="4068762" cy="153116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E70AD731-0FCC-1471-9625-DF4977DD82F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33135" y="3128151"/>
            <a:ext cx="4053921" cy="153116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9">
            <a:extLst>
              <a:ext uri="{FF2B5EF4-FFF2-40B4-BE49-F238E27FC236}">
                <a16:creationId xmlns:a16="http://schemas.microsoft.com/office/drawing/2014/main" id="{364CA5B2-5CB2-6704-A7DB-AD4005C0E47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756029" y="1178879"/>
            <a:ext cx="4064120" cy="1512000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248F69E-8369-653A-41A4-1B3286C832D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23850" y="2791391"/>
            <a:ext cx="40687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E50BEB16-5A21-3CCE-3796-2132129D2D0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79"/>
            <a:ext cx="4064121" cy="1512000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43595AED-4416-DC0B-380B-DE04C3B79C4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FB3B4F99-110E-A37A-BE18-1A38E7C173E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115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7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1892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492111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7166092-C41E-F76C-06D0-1F7CE64AE61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FC502E1-17FE-312E-A97A-D4FF33D2C57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9" name="Text Placeholder 29">
            <a:extLst>
              <a:ext uri="{FF2B5EF4-FFF2-40B4-BE49-F238E27FC236}">
                <a16:creationId xmlns:a16="http://schemas.microsoft.com/office/drawing/2014/main" id="{0866A207-2478-81B4-5289-3AB9613E946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751388" y="3128151"/>
            <a:ext cx="4068762" cy="153116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70FB309-0B92-86DB-5507-2DB98CCBB59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751388" y="2791789"/>
            <a:ext cx="406412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cxnSp>
        <p:nvCxnSpPr>
          <p:cNvPr id="22" name="Gerader Verbinder 2">
            <a:extLst>
              <a:ext uri="{FF2B5EF4-FFF2-40B4-BE49-F238E27FC236}">
                <a16:creationId xmlns:a16="http://schemas.microsoft.com/office/drawing/2014/main" id="{28B7C4A1-867F-7A4F-41FB-67FC22715E4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46746" y="3008862"/>
            <a:ext cx="4068762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E70AD731-0FCC-1471-9625-DF4977DD82F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33135" y="3128151"/>
            <a:ext cx="4053921" cy="153116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2" name="Gerader Verbinder 2">
            <a:extLst>
              <a:ext uri="{FF2B5EF4-FFF2-40B4-BE49-F238E27FC236}">
                <a16:creationId xmlns:a16="http://schemas.microsoft.com/office/drawing/2014/main" id="{5F217ED3-806D-9B90-F2ED-8C8B9AF6A59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33135" y="3008862"/>
            <a:ext cx="4068762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Gerader Verbinder 2">
            <a:extLst>
              <a:ext uri="{FF2B5EF4-FFF2-40B4-BE49-F238E27FC236}">
                <a16:creationId xmlns:a16="http://schemas.microsoft.com/office/drawing/2014/main" id="{F43D3543-727B-9785-3969-7695938977A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1069809"/>
            <a:ext cx="4063206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45264384-7F5C-F25F-2934-E989728ED63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4063206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cxnSp>
        <p:nvCxnSpPr>
          <p:cNvPr id="39" name="Gerader Verbinder 2">
            <a:extLst>
              <a:ext uri="{FF2B5EF4-FFF2-40B4-BE49-F238E27FC236}">
                <a16:creationId xmlns:a16="http://schemas.microsoft.com/office/drawing/2014/main" id="{6469EC4A-5367-7A8D-B2A5-63414C4C623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56944" y="1069809"/>
            <a:ext cx="4063206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AB218703-0B16-DEBD-98D1-AEA911445C4C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751388" y="846912"/>
            <a:ext cx="4063206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1" name="Text Placeholder 29">
            <a:extLst>
              <a:ext uri="{FF2B5EF4-FFF2-40B4-BE49-F238E27FC236}">
                <a16:creationId xmlns:a16="http://schemas.microsoft.com/office/drawing/2014/main" id="{364CA5B2-5CB2-6704-A7DB-AD4005C0E47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756029" y="1178879"/>
            <a:ext cx="4064120" cy="1512000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AA7E144-E201-1016-685E-4F87E28CD58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23850" y="2791391"/>
            <a:ext cx="40687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AB76AE7B-5DC4-9A14-19D2-AF43E233B94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79"/>
            <a:ext cx="4064121" cy="1512000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451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7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189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6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835FDF6-69F1-4D07-88E9-E7A15A68ED3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35495159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484" imgH="486" progId="TCLayout.ActiveDocument.1">
                  <p:embed/>
                </p:oleObj>
              </mc:Choice>
              <mc:Fallback>
                <p:oleObj name="think-cell Slide" r:id="rId25" imgW="484" imgH="48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835FDF6-69F1-4D07-88E9-E7A15A68ED3D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" name="Gerade Verbindung 18"/>
          <p:cNvCxnSpPr>
            <a:cxnSpLocks/>
          </p:cNvCxnSpPr>
          <p:nvPr userDrawn="1">
            <p:custDataLst>
              <p:tags r:id="rId21"/>
            </p:custDataLst>
          </p:nvPr>
        </p:nvCxnSpPr>
        <p:spPr>
          <a:xfrm>
            <a:off x="323850" y="4837540"/>
            <a:ext cx="8496300" cy="0"/>
          </a:xfrm>
          <a:prstGeom prst="line">
            <a:avLst/>
          </a:prstGeom>
          <a:ln w="6350">
            <a:solidFill>
              <a:srgbClr val="263F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4">
            <a:extLst>
              <a:ext uri="{FF2B5EF4-FFF2-40B4-BE49-F238E27FC236}">
                <a16:creationId xmlns:a16="http://schemas.microsoft.com/office/drawing/2014/main" id="{EED79411-0D9F-4E34-B20E-B15E099E1FFB}"/>
              </a:ext>
            </a:extLst>
          </p:cNvPr>
          <p:cNvSpPr>
            <a:spLocks noGrp="1" noChangeArrowheads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328492" y="4885139"/>
            <a:ext cx="1800506" cy="180000"/>
          </a:xfrm>
          <a:prstGeom prst="rect">
            <a:avLst/>
          </a:prstGeom>
          <a:ln/>
        </p:spPr>
        <p:txBody>
          <a:bodyPr lIns="0" tIns="0" rIns="0" bIns="0" anchor="t" anchorCtr="0"/>
          <a:lstStyle>
            <a:lvl1pPr rtl="0">
              <a:defRPr sz="9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32" name="Rectangle 6">
            <a:extLst>
              <a:ext uri="{FF2B5EF4-FFF2-40B4-BE49-F238E27FC236}">
                <a16:creationId xmlns:a16="http://schemas.microsoft.com/office/drawing/2014/main" id="{E2F54366-387C-4966-A835-2F1B1AE00373}"/>
              </a:ext>
            </a:extLst>
          </p:cNvPr>
          <p:cNvSpPr>
            <a:spLocks noGrp="1" noChangeArrowheads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393242" y="4885139"/>
            <a:ext cx="422266" cy="180000"/>
          </a:xfrm>
          <a:prstGeom prst="rect">
            <a:avLst/>
          </a:prstGeom>
          <a:ln/>
        </p:spPr>
        <p:txBody>
          <a:bodyPr lIns="0" tIns="0" rIns="0" bIns="0" anchor="t"/>
          <a:lstStyle>
            <a:lvl1pPr algn="r" rtl="0">
              <a:defRPr sz="9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3" name="Fußzeilenplatzhalter 6">
            <a:extLst>
              <a:ext uri="{FF2B5EF4-FFF2-40B4-BE49-F238E27FC236}">
                <a16:creationId xmlns:a16="http://schemas.microsoft.com/office/drawing/2014/main" id="{B183A919-F06C-4079-B189-E31D2D5F08AA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24"/>
            </p:custDataLst>
          </p:nvPr>
        </p:nvSpPr>
        <p:spPr bwMode="auto">
          <a:xfrm>
            <a:off x="3782158" y="4885139"/>
            <a:ext cx="1579685" cy="180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 rtl="0">
              <a:defRPr sz="9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pic>
        <p:nvPicPr>
          <p:cNvPr id="4" name="Grafik 12">
            <a:extLst>
              <a:ext uri="{FF2B5EF4-FFF2-40B4-BE49-F238E27FC236}">
                <a16:creationId xmlns:a16="http://schemas.microsoft.com/office/drawing/2014/main" id="{E282406B-3247-588A-F7F9-6EF2CEADB845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63122" y="219924"/>
            <a:ext cx="1057028" cy="513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136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673" r:id="rId4"/>
    <p:sldLayoutId id="2147483761" r:id="rId5"/>
    <p:sldLayoutId id="2147483738" r:id="rId6"/>
    <p:sldLayoutId id="2147483762" r:id="rId7"/>
    <p:sldLayoutId id="2147483734" r:id="rId8"/>
    <p:sldLayoutId id="2147483763" r:id="rId9"/>
    <p:sldLayoutId id="2147483733" r:id="rId10"/>
    <p:sldLayoutId id="2147483764" r:id="rId11"/>
    <p:sldLayoutId id="2147483739" r:id="rId12"/>
    <p:sldLayoutId id="2147483765" r:id="rId13"/>
    <p:sldLayoutId id="2147483740" r:id="rId14"/>
    <p:sldLayoutId id="2147483767" r:id="rId15"/>
    <p:sldLayoutId id="2147483741" r:id="rId16"/>
    <p:sldLayoutId id="2147483766" r:id="rId17"/>
    <p:sldLayoutId id="2147483732" r:id="rId18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263F6A"/>
          </a:solidFill>
          <a:latin typeface="Calibri" pitchFamily="34" charset="0"/>
          <a:ea typeface="+mj-ea"/>
          <a:cs typeface="Calibri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15">
          <a:solidFill>
            <a:schemeClr val="tx1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15">
          <a:solidFill>
            <a:schemeClr val="tx1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15">
          <a:solidFill>
            <a:schemeClr val="tx1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15">
          <a:solidFill>
            <a:schemeClr val="tx1"/>
          </a:solidFill>
          <a:latin typeface="Times New Roman" pitchFamily="18" charset="0"/>
        </a:defRPr>
      </a:lvl5pPr>
      <a:lvl6pPr marL="422020" algn="l" rtl="0" fontAlgn="base">
        <a:spcBef>
          <a:spcPct val="50000"/>
        </a:spcBef>
        <a:spcAft>
          <a:spcPct val="0"/>
        </a:spcAft>
        <a:defRPr sz="2954">
          <a:solidFill>
            <a:srgbClr val="729098"/>
          </a:solidFill>
          <a:latin typeface="Times New Roman" pitchFamily="18" charset="0"/>
        </a:defRPr>
      </a:lvl6pPr>
      <a:lvl7pPr marL="844041" algn="l" rtl="0" fontAlgn="base">
        <a:spcBef>
          <a:spcPct val="50000"/>
        </a:spcBef>
        <a:spcAft>
          <a:spcPct val="0"/>
        </a:spcAft>
        <a:defRPr sz="2954">
          <a:solidFill>
            <a:srgbClr val="729098"/>
          </a:solidFill>
          <a:latin typeface="Times New Roman" pitchFamily="18" charset="0"/>
        </a:defRPr>
      </a:lvl7pPr>
      <a:lvl8pPr marL="1266061" algn="l" rtl="0" fontAlgn="base">
        <a:spcBef>
          <a:spcPct val="50000"/>
        </a:spcBef>
        <a:spcAft>
          <a:spcPct val="0"/>
        </a:spcAft>
        <a:defRPr sz="2954">
          <a:solidFill>
            <a:srgbClr val="729098"/>
          </a:solidFill>
          <a:latin typeface="Times New Roman" pitchFamily="18" charset="0"/>
        </a:defRPr>
      </a:lvl8pPr>
      <a:lvl9pPr marL="1688080" algn="l" rtl="0" fontAlgn="base">
        <a:spcBef>
          <a:spcPct val="50000"/>
        </a:spcBef>
        <a:spcAft>
          <a:spcPct val="0"/>
        </a:spcAft>
        <a:defRPr sz="2954">
          <a:solidFill>
            <a:srgbClr val="729098"/>
          </a:solidFill>
          <a:latin typeface="Times New Roman" pitchFamily="18" charset="0"/>
        </a:defRPr>
      </a:lvl9pPr>
    </p:titleStyle>
    <p:bodyStyle>
      <a:lvl1pPr marL="180975" indent="-180975" algn="l" rtl="0" eaLnBrk="0" fontAlgn="base" hangingPunct="0">
        <a:lnSpc>
          <a:spcPct val="105000"/>
        </a:lnSpc>
        <a:spcBef>
          <a:spcPct val="25000"/>
        </a:spcBef>
        <a:spcAft>
          <a:spcPct val="0"/>
        </a:spcAft>
        <a:buClr>
          <a:srgbClr val="263F6A"/>
        </a:buClr>
        <a:buSzPct val="105000"/>
        <a:buFont typeface="Wingdings" pitchFamily="2" charset="2"/>
        <a:buChar char="§"/>
        <a:defRPr sz="1292">
          <a:solidFill>
            <a:srgbClr val="000000"/>
          </a:solidFill>
          <a:latin typeface="Calibri" pitchFamily="34" charset="0"/>
          <a:ea typeface="+mn-ea"/>
          <a:cs typeface="Calibri" panose="020F0502020204030204" pitchFamily="34" charset="0"/>
        </a:defRPr>
      </a:lvl1pPr>
      <a:lvl2pPr marL="719138" indent="-225425" algn="l" rtl="0" eaLnBrk="0" fontAlgn="base" hangingPunct="0">
        <a:lnSpc>
          <a:spcPct val="105000"/>
        </a:lnSpc>
        <a:spcBef>
          <a:spcPct val="25000"/>
        </a:spcBef>
        <a:spcAft>
          <a:spcPct val="0"/>
        </a:spcAft>
        <a:buClr>
          <a:srgbClr val="263F6A"/>
        </a:buClr>
        <a:buSzPct val="110000"/>
        <a:buFont typeface="Symbol" panose="05050102010706020507" pitchFamily="18" charset="2"/>
        <a:buChar char="-"/>
        <a:defRPr sz="1292">
          <a:solidFill>
            <a:srgbClr val="000000"/>
          </a:solidFill>
          <a:latin typeface="Calibri" pitchFamily="34" charset="0"/>
          <a:cs typeface="Calibri" panose="020F0502020204030204" pitchFamily="34" charset="0"/>
        </a:defRPr>
      </a:lvl2pPr>
      <a:lvl3pPr marL="987425" indent="-144463" algn="l" rtl="0" eaLnBrk="0" fontAlgn="base" hangingPunct="0">
        <a:lnSpc>
          <a:spcPct val="105000"/>
        </a:lnSpc>
        <a:spcBef>
          <a:spcPct val="25000"/>
        </a:spcBef>
        <a:spcAft>
          <a:spcPct val="0"/>
        </a:spcAft>
        <a:buClr>
          <a:schemeClr val="accent1"/>
        </a:buClr>
        <a:buSzPct val="110000"/>
        <a:buFont typeface="Arial" panose="020B0604020202020204" pitchFamily="34" charset="0"/>
        <a:buChar char="•"/>
        <a:defRPr sz="1292">
          <a:solidFill>
            <a:srgbClr val="000000"/>
          </a:solidFill>
          <a:latin typeface="Calibri" pitchFamily="34" charset="0"/>
        </a:defRPr>
      </a:lvl3pPr>
      <a:lvl4pPr marL="1393546" indent="-127486" algn="l" rtl="0" eaLnBrk="0" fontAlgn="base" hangingPunct="0">
        <a:lnSpc>
          <a:spcPct val="105000"/>
        </a:lnSpc>
        <a:spcBef>
          <a:spcPct val="25000"/>
        </a:spcBef>
        <a:spcAft>
          <a:spcPct val="0"/>
        </a:spcAft>
        <a:buClr>
          <a:srgbClr val="729098"/>
        </a:buClr>
        <a:buSzPct val="110000"/>
        <a:buChar char="-"/>
        <a:defRPr sz="1292">
          <a:solidFill>
            <a:srgbClr val="000000"/>
          </a:solidFill>
          <a:latin typeface="Calibri" pitchFamily="34" charset="0"/>
        </a:defRPr>
      </a:lvl4pPr>
      <a:lvl5pPr marL="1809706" indent="-121624" algn="l" rtl="0" eaLnBrk="0" fontAlgn="base" hangingPunct="0">
        <a:lnSpc>
          <a:spcPct val="105000"/>
        </a:lnSpc>
        <a:spcBef>
          <a:spcPct val="25000"/>
        </a:spcBef>
        <a:spcAft>
          <a:spcPct val="0"/>
        </a:spcAft>
        <a:buClr>
          <a:srgbClr val="729098"/>
        </a:buClr>
        <a:buSzPct val="110000"/>
        <a:buChar char="-"/>
        <a:defRPr sz="1292">
          <a:solidFill>
            <a:srgbClr val="000000"/>
          </a:solidFill>
          <a:latin typeface="Calibri" pitchFamily="34" charset="0"/>
        </a:defRPr>
      </a:lvl5pPr>
      <a:lvl6pPr marL="2231725" indent="-121624" algn="l" rtl="0" fontAlgn="base">
        <a:lnSpc>
          <a:spcPct val="105000"/>
        </a:lnSpc>
        <a:spcBef>
          <a:spcPct val="25000"/>
        </a:spcBef>
        <a:spcAft>
          <a:spcPct val="0"/>
        </a:spcAft>
        <a:buClr>
          <a:srgbClr val="729098"/>
        </a:buClr>
        <a:buSzPct val="110000"/>
        <a:buChar char="-"/>
        <a:defRPr>
          <a:solidFill>
            <a:srgbClr val="000000"/>
          </a:solidFill>
          <a:latin typeface="+mn-lt"/>
        </a:defRPr>
      </a:lvl6pPr>
      <a:lvl7pPr marL="2653745" indent="-121624" algn="l" rtl="0" fontAlgn="base">
        <a:lnSpc>
          <a:spcPct val="105000"/>
        </a:lnSpc>
        <a:spcBef>
          <a:spcPct val="25000"/>
        </a:spcBef>
        <a:spcAft>
          <a:spcPct val="0"/>
        </a:spcAft>
        <a:buClr>
          <a:srgbClr val="729098"/>
        </a:buClr>
        <a:buSzPct val="110000"/>
        <a:buChar char="-"/>
        <a:defRPr>
          <a:solidFill>
            <a:srgbClr val="000000"/>
          </a:solidFill>
          <a:latin typeface="+mn-lt"/>
        </a:defRPr>
      </a:lvl7pPr>
      <a:lvl8pPr marL="3075766" indent="-121624" algn="l" rtl="0" fontAlgn="base">
        <a:lnSpc>
          <a:spcPct val="105000"/>
        </a:lnSpc>
        <a:spcBef>
          <a:spcPct val="25000"/>
        </a:spcBef>
        <a:spcAft>
          <a:spcPct val="0"/>
        </a:spcAft>
        <a:buClr>
          <a:srgbClr val="729098"/>
        </a:buClr>
        <a:buSzPct val="110000"/>
        <a:buChar char="-"/>
        <a:defRPr>
          <a:solidFill>
            <a:srgbClr val="000000"/>
          </a:solidFill>
          <a:latin typeface="+mn-lt"/>
        </a:defRPr>
      </a:lvl8pPr>
      <a:lvl9pPr marL="3497786" indent="-121624" algn="l" rtl="0" fontAlgn="base">
        <a:lnSpc>
          <a:spcPct val="105000"/>
        </a:lnSpc>
        <a:spcBef>
          <a:spcPct val="25000"/>
        </a:spcBef>
        <a:spcAft>
          <a:spcPct val="0"/>
        </a:spcAft>
        <a:buClr>
          <a:srgbClr val="729098"/>
        </a:buClr>
        <a:buSzPct val="110000"/>
        <a:buChar char="-"/>
        <a:defRPr>
          <a:solidFill>
            <a:srgbClr val="000000"/>
          </a:solidFill>
          <a:latin typeface="+mn-lt"/>
        </a:defRPr>
      </a:lvl9pPr>
    </p:bodyStyle>
    <p:otherStyle>
      <a:defPPr>
        <a:defRPr lang="en-US"/>
      </a:defPPr>
      <a:lvl1pPr marL="0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20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41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061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080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101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121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141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162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5556" userDrawn="1">
          <p15:clr>
            <a:srgbClr val="F26B43"/>
          </p15:clr>
        </p15:guide>
        <p15:guide id="3" pos="2880" userDrawn="1">
          <p15:clr>
            <a:srgbClr val="F26B43"/>
          </p15:clr>
        </p15:guide>
        <p15:guide id="4" pos="204" userDrawn="1">
          <p15:clr>
            <a:srgbClr val="F26B43"/>
          </p15:clr>
        </p15:guide>
        <p15:guide id="5" pos="3742" userDrawn="1">
          <p15:clr>
            <a:srgbClr val="F26B43"/>
          </p15:clr>
        </p15:guide>
        <p15:guide id="6" orient="horz" pos="418" userDrawn="1">
          <p15:clr>
            <a:srgbClr val="F26B43"/>
          </p15:clr>
        </p15:guide>
        <p15:guide id="7" orient="horz" pos="327" userDrawn="1">
          <p15:clr>
            <a:srgbClr val="F26B43"/>
          </p15:clr>
        </p15:guide>
        <p15:guide id="8" orient="horz" pos="191" userDrawn="1">
          <p15:clr>
            <a:srgbClr val="F26B43"/>
          </p15:clr>
        </p15:guide>
        <p15:guide id="9" orient="horz" pos="259" userDrawn="1">
          <p15:clr>
            <a:srgbClr val="F26B43"/>
          </p15:clr>
        </p15:guide>
        <p15:guide id="10" pos="2993" userDrawn="1">
          <p15:clr>
            <a:srgbClr val="F26B43"/>
          </p15:clr>
        </p15:guide>
        <p15:guide id="11" pos="2767" userDrawn="1">
          <p15:clr>
            <a:srgbClr val="F26B43"/>
          </p15:clr>
        </p15:guide>
        <p15:guide id="12" pos="2018" userDrawn="1">
          <p15:clr>
            <a:srgbClr val="F26B43"/>
          </p15:clr>
        </p15:guide>
        <p15:guide id="13" pos="3833" userDrawn="1">
          <p15:clr>
            <a:srgbClr val="F26B43"/>
          </p15:clr>
        </p15:guide>
        <p15:guide id="14" pos="1927" userDrawn="1">
          <p15:clr>
            <a:srgbClr val="F26B43"/>
          </p15:clr>
        </p15:guide>
        <p15:guide id="15" orient="horz" pos="2935" userDrawn="1">
          <p15:clr>
            <a:srgbClr val="F26B43"/>
          </p15:clr>
        </p15:guide>
        <p15:guide id="16" orient="horz" pos="2958" userDrawn="1">
          <p15:clr>
            <a:srgbClr val="F26B43"/>
          </p15:clr>
        </p15:guide>
        <p15:guide id="17" orient="horz" pos="531" userDrawn="1">
          <p15:clr>
            <a:srgbClr val="F26B43"/>
          </p15:clr>
        </p15:guide>
        <p15:guide id="18" orient="horz" pos="1733" userDrawn="1">
          <p15:clr>
            <a:srgbClr val="F26B43"/>
          </p15:clr>
        </p15:guide>
        <p15:guide id="19" orient="horz" pos="1847" userDrawn="1">
          <p15:clr>
            <a:srgbClr val="F26B43"/>
          </p15:clr>
        </p15:guide>
        <p15:guide id="20" orient="horz" pos="304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tags" Target="../tags/tag69.xml"/><Relationship Id="rId21" Type="http://schemas.openxmlformats.org/officeDocument/2006/relationships/tags" Target="../tags/tag64.xml"/><Relationship Id="rId42" Type="http://schemas.openxmlformats.org/officeDocument/2006/relationships/tags" Target="../tags/tag85.xml"/><Relationship Id="rId47" Type="http://schemas.openxmlformats.org/officeDocument/2006/relationships/tags" Target="../tags/tag90.xml"/><Relationship Id="rId63" Type="http://schemas.openxmlformats.org/officeDocument/2006/relationships/tags" Target="../tags/tag106.xml"/><Relationship Id="rId68" Type="http://schemas.openxmlformats.org/officeDocument/2006/relationships/hyperlink" Target="https://athelios.de/" TargetMode="External"/><Relationship Id="rId7" Type="http://schemas.openxmlformats.org/officeDocument/2006/relationships/tags" Target="../tags/tag50.xml"/><Relationship Id="rId71" Type="http://schemas.openxmlformats.org/officeDocument/2006/relationships/image" Target="../media/image2.png"/><Relationship Id="rId2" Type="http://schemas.openxmlformats.org/officeDocument/2006/relationships/tags" Target="../tags/tag45.xml"/><Relationship Id="rId16" Type="http://schemas.openxmlformats.org/officeDocument/2006/relationships/tags" Target="../tags/tag59.xml"/><Relationship Id="rId29" Type="http://schemas.openxmlformats.org/officeDocument/2006/relationships/tags" Target="../tags/tag72.xml"/><Relationship Id="rId11" Type="http://schemas.openxmlformats.org/officeDocument/2006/relationships/tags" Target="../tags/tag54.xml"/><Relationship Id="rId24" Type="http://schemas.openxmlformats.org/officeDocument/2006/relationships/tags" Target="../tags/tag67.xml"/><Relationship Id="rId32" Type="http://schemas.openxmlformats.org/officeDocument/2006/relationships/tags" Target="../tags/tag75.xml"/><Relationship Id="rId37" Type="http://schemas.openxmlformats.org/officeDocument/2006/relationships/tags" Target="../tags/tag80.xml"/><Relationship Id="rId40" Type="http://schemas.openxmlformats.org/officeDocument/2006/relationships/tags" Target="../tags/tag83.xml"/><Relationship Id="rId45" Type="http://schemas.openxmlformats.org/officeDocument/2006/relationships/tags" Target="../tags/tag88.xml"/><Relationship Id="rId53" Type="http://schemas.openxmlformats.org/officeDocument/2006/relationships/tags" Target="../tags/tag96.xml"/><Relationship Id="rId58" Type="http://schemas.openxmlformats.org/officeDocument/2006/relationships/tags" Target="../tags/tag101.xml"/><Relationship Id="rId66" Type="http://schemas.openxmlformats.org/officeDocument/2006/relationships/notesSlide" Target="../notesSlides/notesSlide1.xml"/><Relationship Id="rId5" Type="http://schemas.openxmlformats.org/officeDocument/2006/relationships/tags" Target="../tags/tag48.xml"/><Relationship Id="rId61" Type="http://schemas.openxmlformats.org/officeDocument/2006/relationships/tags" Target="../tags/tag104.xml"/><Relationship Id="rId19" Type="http://schemas.openxmlformats.org/officeDocument/2006/relationships/tags" Target="../tags/tag62.xml"/><Relationship Id="rId14" Type="http://schemas.openxmlformats.org/officeDocument/2006/relationships/tags" Target="../tags/tag57.xml"/><Relationship Id="rId22" Type="http://schemas.openxmlformats.org/officeDocument/2006/relationships/tags" Target="../tags/tag65.xml"/><Relationship Id="rId27" Type="http://schemas.openxmlformats.org/officeDocument/2006/relationships/tags" Target="../tags/tag70.xml"/><Relationship Id="rId30" Type="http://schemas.openxmlformats.org/officeDocument/2006/relationships/tags" Target="../tags/tag73.xml"/><Relationship Id="rId35" Type="http://schemas.openxmlformats.org/officeDocument/2006/relationships/tags" Target="../tags/tag78.xml"/><Relationship Id="rId43" Type="http://schemas.openxmlformats.org/officeDocument/2006/relationships/tags" Target="../tags/tag86.xml"/><Relationship Id="rId48" Type="http://schemas.openxmlformats.org/officeDocument/2006/relationships/tags" Target="../tags/tag91.xml"/><Relationship Id="rId56" Type="http://schemas.openxmlformats.org/officeDocument/2006/relationships/tags" Target="../tags/tag99.xml"/><Relationship Id="rId64" Type="http://schemas.openxmlformats.org/officeDocument/2006/relationships/tags" Target="../tags/tag107.xml"/><Relationship Id="rId69" Type="http://schemas.openxmlformats.org/officeDocument/2006/relationships/chart" Target="../charts/chart1.xml"/><Relationship Id="rId8" Type="http://schemas.openxmlformats.org/officeDocument/2006/relationships/tags" Target="../tags/tag51.xml"/><Relationship Id="rId51" Type="http://schemas.openxmlformats.org/officeDocument/2006/relationships/tags" Target="../tags/tag94.xml"/><Relationship Id="rId3" Type="http://schemas.openxmlformats.org/officeDocument/2006/relationships/tags" Target="../tags/tag46.xml"/><Relationship Id="rId12" Type="http://schemas.openxmlformats.org/officeDocument/2006/relationships/tags" Target="../tags/tag55.xml"/><Relationship Id="rId17" Type="http://schemas.openxmlformats.org/officeDocument/2006/relationships/tags" Target="../tags/tag60.xml"/><Relationship Id="rId25" Type="http://schemas.openxmlformats.org/officeDocument/2006/relationships/tags" Target="../tags/tag68.xml"/><Relationship Id="rId33" Type="http://schemas.openxmlformats.org/officeDocument/2006/relationships/tags" Target="../tags/tag76.xml"/><Relationship Id="rId38" Type="http://schemas.openxmlformats.org/officeDocument/2006/relationships/tags" Target="../tags/tag81.xml"/><Relationship Id="rId46" Type="http://schemas.openxmlformats.org/officeDocument/2006/relationships/tags" Target="../tags/tag89.xml"/><Relationship Id="rId59" Type="http://schemas.openxmlformats.org/officeDocument/2006/relationships/tags" Target="../tags/tag102.xml"/><Relationship Id="rId67" Type="http://schemas.openxmlformats.org/officeDocument/2006/relationships/oleObject" Target="../embeddings/oleObject18.bin"/><Relationship Id="rId20" Type="http://schemas.openxmlformats.org/officeDocument/2006/relationships/tags" Target="../tags/tag63.xml"/><Relationship Id="rId41" Type="http://schemas.openxmlformats.org/officeDocument/2006/relationships/tags" Target="../tags/tag84.xml"/><Relationship Id="rId54" Type="http://schemas.openxmlformats.org/officeDocument/2006/relationships/tags" Target="../tags/tag97.xml"/><Relationship Id="rId62" Type="http://schemas.openxmlformats.org/officeDocument/2006/relationships/tags" Target="../tags/tag105.xml"/><Relationship Id="rId70" Type="http://schemas.openxmlformats.org/officeDocument/2006/relationships/chart" Target="../charts/chart2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15" Type="http://schemas.openxmlformats.org/officeDocument/2006/relationships/tags" Target="../tags/tag58.xml"/><Relationship Id="rId23" Type="http://schemas.openxmlformats.org/officeDocument/2006/relationships/tags" Target="../tags/tag66.xml"/><Relationship Id="rId28" Type="http://schemas.openxmlformats.org/officeDocument/2006/relationships/tags" Target="../tags/tag71.xml"/><Relationship Id="rId36" Type="http://schemas.openxmlformats.org/officeDocument/2006/relationships/tags" Target="../tags/tag79.xml"/><Relationship Id="rId49" Type="http://schemas.openxmlformats.org/officeDocument/2006/relationships/tags" Target="../tags/tag92.xml"/><Relationship Id="rId57" Type="http://schemas.openxmlformats.org/officeDocument/2006/relationships/tags" Target="../tags/tag100.xml"/><Relationship Id="rId10" Type="http://schemas.openxmlformats.org/officeDocument/2006/relationships/tags" Target="../tags/tag53.xml"/><Relationship Id="rId31" Type="http://schemas.openxmlformats.org/officeDocument/2006/relationships/tags" Target="../tags/tag74.xml"/><Relationship Id="rId44" Type="http://schemas.openxmlformats.org/officeDocument/2006/relationships/tags" Target="../tags/tag87.xml"/><Relationship Id="rId52" Type="http://schemas.openxmlformats.org/officeDocument/2006/relationships/tags" Target="../tags/tag95.xml"/><Relationship Id="rId60" Type="http://schemas.openxmlformats.org/officeDocument/2006/relationships/tags" Target="../tags/tag103.xml"/><Relationship Id="rId65" Type="http://schemas.openxmlformats.org/officeDocument/2006/relationships/slideLayout" Target="../slideLayouts/slideLayout4.xml"/><Relationship Id="rId4" Type="http://schemas.openxmlformats.org/officeDocument/2006/relationships/tags" Target="../tags/tag47.xml"/><Relationship Id="rId9" Type="http://schemas.openxmlformats.org/officeDocument/2006/relationships/tags" Target="../tags/tag52.xml"/><Relationship Id="rId13" Type="http://schemas.openxmlformats.org/officeDocument/2006/relationships/tags" Target="../tags/tag56.xml"/><Relationship Id="rId18" Type="http://schemas.openxmlformats.org/officeDocument/2006/relationships/tags" Target="../tags/tag61.xml"/><Relationship Id="rId39" Type="http://schemas.openxmlformats.org/officeDocument/2006/relationships/tags" Target="../tags/tag82.xml"/><Relationship Id="rId34" Type="http://schemas.openxmlformats.org/officeDocument/2006/relationships/tags" Target="../tags/tag77.xml"/><Relationship Id="rId50" Type="http://schemas.openxmlformats.org/officeDocument/2006/relationships/tags" Target="../tags/tag93.xml"/><Relationship Id="rId55" Type="http://schemas.openxmlformats.org/officeDocument/2006/relationships/tags" Target="../tags/tag9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5" name="think-cell data - do not delete" hidden="1">
            <a:extLst>
              <a:ext uri="{FF2B5EF4-FFF2-40B4-BE49-F238E27FC236}">
                <a16:creationId xmlns:a16="http://schemas.microsoft.com/office/drawing/2014/main" id="{21A1F4EF-68E9-E4D5-A12D-F49D0E0A6A8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19652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7" imgW="404" imgH="405" progId="TCLayout.ActiveDocument.1">
                  <p:embed/>
                </p:oleObj>
              </mc:Choice>
              <mc:Fallback>
                <p:oleObj name="think-cell Slide" r:id="rId67" imgW="404" imgH="405" progId="TCLayout.ActiveDocument.1">
                  <p:embed/>
                  <p:pic>
                    <p:nvPicPr>
                      <p:cNvPr id="8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1F4EF-68E9-E4D5-A12D-F49D0E0A6A8F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" name="Rectangle 100">
            <a:extLst>
              <a:ext uri="{FF2B5EF4-FFF2-40B4-BE49-F238E27FC236}">
                <a16:creationId xmlns:a16="http://schemas.microsoft.com/office/drawing/2014/main" id="{DE48DC95-939C-BA25-A59A-7B4D912F5FB1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6216650" y="4071938"/>
            <a:ext cx="155575" cy="82550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92481AC6-C2C6-4DEE-A2F5-2DA9AC49DE8F}" type="datetime'''79''''''''’''''5''''''''4''''''5''.''''''''0'''">
              <a:rPr lang="en-US" sz="600" noProof="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79’545.0</a:t>
            </a:fld>
            <a:endParaRPr lang="en-US" sz="600" noProof="0" dirty="0">
              <a:solidFill>
                <a:schemeClr val="tx1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0CE990D-E56D-7B22-B157-160F71927C29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5033963" y="4071938"/>
            <a:ext cx="117475" cy="82550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600" noProof="0" dirty="0">
              <a:solidFill>
                <a:schemeClr val="tx1"/>
              </a:solidFill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0877133-DE99-DC2A-F378-00B61173648C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4702404" y="3058088"/>
            <a:ext cx="2346736" cy="1594570"/>
            <a:chOff x="4740658" y="3064743"/>
            <a:chExt cx="2346736" cy="1594570"/>
          </a:xfrm>
        </p:grpSpPr>
        <p:sp>
          <p:nvSpPr>
            <p:cNvPr id="8" name="Rechteck 5">
              <a:extLst>
                <a:ext uri="{FF2B5EF4-FFF2-40B4-BE49-F238E27FC236}">
                  <a16:creationId xmlns:a16="http://schemas.microsoft.com/office/drawing/2014/main" id="{874F9C5C-D0F0-C4E0-2C64-DF34E90A3F55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4740658" y="3064743"/>
              <a:ext cx="2346736" cy="159457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  <a:effectLst>
              <a:outerShdw algn="tl" rotWithShape="0">
                <a:prstClr val="black"/>
              </a:outerShdw>
            </a:effectLst>
          </p:spPr>
          <p:txBody>
            <a:bodyPr rot="0" spcFirstLastPara="0" vertOverflow="overflow" horzOverflow="overflow" vert="horz" wrap="square" lIns="36000" tIns="36000" rIns="360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185738" indent="-180975" algn="l" rtl="0" eaLnBrk="1" fontAlgn="base" hangingPunct="1">
                <a:buClr>
                  <a:schemeClr val="tx1"/>
                </a:buClr>
                <a:buFont typeface="Calibri" panose="020F0502020204030204" pitchFamily="34" charset="0"/>
                <a:buChar char="–"/>
              </a:lvl1pPr>
              <a:lvl2pPr marL="185738" indent="-180975" algn="l" rtl="0" eaLnBrk="1" fontAlgn="base" hangingPunct="1">
                <a:buClr>
                  <a:schemeClr val="tx1"/>
                </a:buClr>
                <a:buFont typeface="Calibri" panose="020F0502020204030204" pitchFamily="34" charset="0"/>
                <a:buChar char="–"/>
              </a:lvl2pPr>
              <a:lvl3pPr marL="538163" indent="-180975" algn="l" rtl="0" eaLnBrk="1" fontAlgn="base" hangingPunct="1">
                <a:buClr>
                  <a:schemeClr val="tx1"/>
                </a:buClr>
                <a:buFont typeface="Calibri" panose="020F0502020204030204" pitchFamily="34" charset="0"/>
                <a:buChar char="–"/>
              </a:lvl3pPr>
              <a:lvl4pPr marL="900113" indent="-180975" algn="l" rtl="0" eaLnBrk="1" fontAlgn="base" hangingPunct="1">
                <a:buClr>
                  <a:schemeClr val="tx1"/>
                </a:buClr>
                <a:buFont typeface="Calibri" panose="020F0502020204030204" pitchFamily="34" charset="0"/>
                <a:buChar char="–"/>
              </a:lvl4pPr>
              <a:lvl5pPr marL="1254125" indent="-180975" algn="l" rtl="0" eaLnBrk="1" fontAlgn="base" hangingPunct="1">
                <a:buClr>
                  <a:schemeClr val="tx1"/>
                </a:buClr>
                <a:buFont typeface="Calibri" panose="020F0502020204030204" pitchFamily="34" charset="0"/>
                <a:buChar char="–"/>
              </a:lvl5pPr>
              <a:lvl6pPr marL="1489075" indent="-176213" algn="l" rtl="0" eaLnBrk="1" fontAlgn="base" hangingPunct="1">
                <a:buClr>
                  <a:schemeClr val="tx1"/>
                </a:buClr>
                <a:buFont typeface="Verdana" pitchFamily="34" charset="0"/>
                <a:buChar char="-"/>
              </a:lvl6pPr>
              <a:lvl7pPr marL="1946275" indent="-176213" algn="l" rtl="0" eaLnBrk="1" fontAlgn="base" hangingPunct="1">
                <a:buClr>
                  <a:schemeClr val="tx1"/>
                </a:buClr>
                <a:buFont typeface="Verdana" pitchFamily="34" charset="0"/>
                <a:buChar char="-"/>
              </a:lvl7pPr>
              <a:lvl8pPr marL="2403475" indent="-176213" algn="l" rtl="0" eaLnBrk="1" fontAlgn="base" hangingPunct="1">
                <a:buClr>
                  <a:schemeClr val="tx1"/>
                </a:buClr>
                <a:buFont typeface="Verdana" pitchFamily="34" charset="0"/>
                <a:buChar char="-"/>
              </a:lvl8pPr>
              <a:lvl9pPr marL="2860675" indent="-176213" algn="l" rtl="0" eaLnBrk="1" fontAlgn="base" hangingPunct="1">
                <a:buClr>
                  <a:schemeClr val="tx1"/>
                </a:buClr>
                <a:buFont typeface="Verdana" pitchFamily="34" charset="0"/>
                <a:buChar char="-"/>
              </a:lvl9pPr>
            </a:lstStyle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800" i="1" noProof="0" dirty="0"/>
            </a:p>
            <a:p>
              <a:pPr>
                <a:buClr>
                  <a:schemeClr val="tx2"/>
                </a:buClr>
                <a:buFont typeface="Wingdings" panose="05000000000000000000" pitchFamily="2" charset="2"/>
                <a:buChar char="§"/>
              </a:pPr>
              <a:endParaRPr lang="en-US" sz="800" i="1" noProof="0" dirty="0"/>
            </a:p>
            <a:p>
              <a:pPr marL="4763" indent="0">
                <a:buClr>
                  <a:schemeClr val="tx2"/>
                </a:buClr>
                <a:buNone/>
              </a:pPr>
              <a:endParaRPr lang="en-US" sz="900" noProof="0" dirty="0"/>
            </a:p>
          </p:txBody>
        </p:sp>
        <p:cxnSp>
          <p:nvCxnSpPr>
            <p:cNvPr id="11" name="Gerader Verbinder 12">
              <a:extLst>
                <a:ext uri="{FF2B5EF4-FFF2-40B4-BE49-F238E27FC236}">
                  <a16:creationId xmlns:a16="http://schemas.microsoft.com/office/drawing/2014/main" id="{F3FAFC22-7FF4-A65E-2257-ABD0509992B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791996" y="3309424"/>
              <a:ext cx="2209205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CB14811-3B6D-0C04-5F7B-B229A2402813}"/>
                </a:ext>
              </a:extLst>
            </p:cNvPr>
            <p:cNvSpPr txBox="1"/>
            <p:nvPr/>
          </p:nvSpPr>
          <p:spPr>
            <a:xfrm>
              <a:off x="4791995" y="3102047"/>
              <a:ext cx="2209205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0" b="1" noProof="0" dirty="0">
                  <a:solidFill>
                    <a:schemeClr val="tx2"/>
                  </a:solidFill>
                </a:rPr>
                <a:t>Key Financials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522199-AEA4-69B0-6151-C3DD926F1F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4419" y="4913018"/>
            <a:ext cx="1800506" cy="180000"/>
          </a:xfrm>
        </p:spPr>
        <p:txBody>
          <a:bodyPr/>
          <a:lstStyle/>
          <a:p>
            <a:pPr>
              <a:defRPr/>
            </a:pPr>
            <a:r>
              <a:rPr lang="en-US" noProof="0" dirty="0"/>
              <a:t>CONSTELLATION CAPITAL AG</a:t>
            </a:r>
            <a:endParaRPr lang="en-US" noProof="0" dirty="0">
              <a:ea typeface="ＭＳ Ｐゴシック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61E200-9C38-8A97-82C4-AD300F0A3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>
                <a:ea typeface="ＭＳ Ｐゴシック"/>
              </a:rPr>
              <a:t>Strictly Private &amp;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449A3-901D-C9E9-959C-21ED72AC8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4709C5-D592-4784-B331-5CC8F77FAAFB}" type="slidenum">
              <a:rPr lang="en-US" noProof="0" smtClean="0"/>
              <a:pPr>
                <a:defRPr/>
              </a:pPr>
              <a:t>1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6E01ED-B42B-B08C-030D-CE61E6EE04D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</p:spPr>
        <p:txBody>
          <a:bodyPr/>
          <a:lstStyle/>
          <a:p>
            <a:r>
              <a:rPr lang="en-US" noProof="0" dirty="0"/>
              <a:t>One Pager </a:t>
            </a:r>
            <a:r>
              <a:rPr lang="en-US" b="1" i="0" noProof="0" dirty="0">
                <a:solidFill>
                  <a:srgbClr val="10162F"/>
                </a:solidFill>
                <a:effectLst/>
                <a:latin typeface="Apercu"/>
              </a:rPr>
              <a:t>| Project SMILE 2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523162C-DC35-4B5C-173B-8CEE563AD2E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</p:spPr>
        <p:txBody>
          <a:bodyPr/>
          <a:lstStyle/>
          <a:p>
            <a:r>
              <a:rPr lang="en-US" noProof="0" dirty="0"/>
              <a:t>Vertically integrated dental practice with strong margin profile</a:t>
            </a:r>
          </a:p>
        </p:txBody>
      </p:sp>
      <p:sp>
        <p:nvSpPr>
          <p:cNvPr id="9" name="Rechteck 10">
            <a:extLst>
              <a:ext uri="{FF2B5EF4-FFF2-40B4-BE49-F238E27FC236}">
                <a16:creationId xmlns:a16="http://schemas.microsoft.com/office/drawing/2014/main" id="{84471072-E9EE-B4CC-E347-E6BD7C683BC2}"/>
              </a:ext>
            </a:extLst>
          </p:cNvPr>
          <p:cNvSpPr/>
          <p:nvPr/>
        </p:nvSpPr>
        <p:spPr>
          <a:xfrm>
            <a:off x="7189750" y="1339850"/>
            <a:ext cx="1624051" cy="257651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rot="0" spcFirstLastPara="0" vertOverflow="overflow" horzOverflow="overflow" vert="horz" wrap="square" lIns="91440" tIns="36000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endParaRPr lang="en-US" sz="500" b="1" noProof="0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500" b="1" noProof="0" dirty="0">
              <a:solidFill>
                <a:schemeClr val="tx2"/>
              </a:solidFill>
            </a:endParaRPr>
          </a:p>
          <a:p>
            <a:pPr marL="72000" indent="-72000">
              <a:lnSpc>
                <a:spcPct val="100000"/>
              </a:lnSpc>
              <a:spcBef>
                <a:spcPts val="0"/>
              </a:spcBef>
            </a:pPr>
            <a:endParaRPr lang="en-US" sz="500" b="1" noProof="0" dirty="0">
              <a:solidFill>
                <a:schemeClr val="tx2"/>
              </a:solidFill>
              <a:latin typeface="+mn-lt"/>
            </a:endParaRPr>
          </a:p>
          <a:p>
            <a:pPr marL="88900" indent="-88900">
              <a:spcAft>
                <a:spcPts val="600"/>
              </a:spcAft>
              <a:buClr>
                <a:srgbClr val="00B050"/>
              </a:buClr>
              <a:buFont typeface="Calibri" panose="020F0502020204030204" pitchFamily="34" charset="0"/>
              <a:buChar char="+"/>
              <a:defRPr/>
            </a:pPr>
            <a:r>
              <a:rPr lang="en-US" sz="800" dirty="0">
                <a:solidFill>
                  <a:srgbClr val="000000"/>
                </a:solidFill>
              </a:rPr>
              <a:t>High margins and efficiency from integrated lab</a:t>
            </a:r>
          </a:p>
          <a:p>
            <a:pPr marL="88900" indent="-88900">
              <a:spcAft>
                <a:spcPts val="600"/>
              </a:spcAft>
              <a:buClr>
                <a:srgbClr val="00B050"/>
              </a:buClr>
              <a:buFont typeface="Calibri" panose="020F0502020204030204" pitchFamily="34" charset="0"/>
              <a:buChar char="+"/>
              <a:defRPr/>
            </a:pPr>
            <a:r>
              <a:rPr lang="en-US" sz="800" dirty="0"/>
              <a:t>Scalable model with fixed-cost leverage</a:t>
            </a:r>
          </a:p>
          <a:p>
            <a:pPr marL="88900" indent="-88900">
              <a:spcAft>
                <a:spcPts val="600"/>
              </a:spcAft>
              <a:buClr>
                <a:schemeClr val="accent5"/>
              </a:buClr>
              <a:buFont typeface="Symbol" panose="05050102010706020507" pitchFamily="18" charset="2"/>
              <a:buChar char="-"/>
              <a:defRPr/>
            </a:pPr>
            <a:r>
              <a:rPr lang="en-US" sz="800" dirty="0"/>
              <a:t>Flat topline</a:t>
            </a:r>
          </a:p>
          <a:p>
            <a:pPr marL="88900" indent="-88900">
              <a:spcAft>
                <a:spcPts val="600"/>
              </a:spcAft>
              <a:buClr>
                <a:schemeClr val="accent5"/>
              </a:buClr>
              <a:buFont typeface="Symbol" panose="05050102010706020507" pitchFamily="18" charset="2"/>
              <a:buChar char="-"/>
              <a:defRPr/>
            </a:pPr>
            <a:r>
              <a:rPr lang="en-US" sz="800" dirty="0"/>
              <a:t>Market with high PE activity</a:t>
            </a:r>
            <a:endParaRPr lang="en-US" sz="800" noProof="0" dirty="0"/>
          </a:p>
          <a:p>
            <a:pPr marL="88900" indent="-88900">
              <a:spcAft>
                <a:spcPts val="600"/>
              </a:spcAft>
              <a:buClr>
                <a:schemeClr val="accent5"/>
              </a:buClr>
              <a:buFont typeface="Symbol" panose="05050102010706020507" pitchFamily="18" charset="2"/>
              <a:buChar char="-"/>
              <a:defRPr/>
            </a:pPr>
            <a:endParaRPr lang="en-US" sz="800" noProof="0" dirty="0">
              <a:solidFill>
                <a:srgbClr val="000000"/>
              </a:solidFill>
            </a:endParaRPr>
          </a:p>
          <a:p>
            <a:pPr marL="88900" indent="-88900">
              <a:buClr>
                <a:srgbClr val="F4C500"/>
              </a:buClr>
              <a:buFont typeface="Calibri" panose="020F0502020204030204" pitchFamily="34" charset="0"/>
              <a:buChar char="?"/>
              <a:defRPr/>
            </a:pPr>
            <a:endParaRPr lang="en-US" sz="800" noProof="0" dirty="0">
              <a:solidFill>
                <a:srgbClr val="000000"/>
              </a:solidFill>
            </a:endParaRPr>
          </a:p>
        </p:txBody>
      </p:sp>
      <p:cxnSp>
        <p:nvCxnSpPr>
          <p:cNvPr id="13" name="Gerader Verbinder 17">
            <a:extLst>
              <a:ext uri="{FF2B5EF4-FFF2-40B4-BE49-F238E27FC236}">
                <a16:creationId xmlns:a16="http://schemas.microsoft.com/office/drawing/2014/main" id="{656E7BFC-419B-9663-BAD5-449D161369E4}"/>
              </a:ext>
            </a:extLst>
          </p:cNvPr>
          <p:cNvCxnSpPr>
            <a:cxnSpLocks/>
          </p:cNvCxnSpPr>
          <p:nvPr/>
        </p:nvCxnSpPr>
        <p:spPr bwMode="auto">
          <a:xfrm>
            <a:off x="7251303" y="1557338"/>
            <a:ext cx="149225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Textfeld 11">
            <a:extLst>
              <a:ext uri="{FF2B5EF4-FFF2-40B4-BE49-F238E27FC236}">
                <a16:creationId xmlns:a16="http://schemas.microsoft.com/office/drawing/2014/main" id="{13B3ED2A-5A53-08A3-9661-2957E030E6E5}"/>
              </a:ext>
            </a:extLst>
          </p:cNvPr>
          <p:cNvSpPr txBox="1"/>
          <p:nvPr/>
        </p:nvSpPr>
        <p:spPr>
          <a:xfrm>
            <a:off x="328492" y="842963"/>
            <a:ext cx="8487015" cy="41751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sx="1000" sy="1000" algn="tl" rotWithShape="0">
              <a:prstClr val="black"/>
            </a:outerShdw>
          </a:effectLst>
        </p:spPr>
        <p:txBody>
          <a:bodyPr rot="0" spcFirstLastPara="0" vertOverflow="overflow" horzOverflow="overflow" vert="horz" wrap="square" lIns="90000" tIns="45720" rIns="108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  <a:lvl1pPr algn="ctr">
              <a:lnSpc>
                <a:spcPct val="100000"/>
              </a:lnSpc>
              <a:spcBef>
                <a:spcPts val="0"/>
              </a:spcBef>
              <a:defRPr>
                <a:latin typeface="+mn-lt"/>
              </a:defRPr>
            </a:lvl1pPr>
          </a:lstStyle>
          <a:p>
            <a:pPr algn="l"/>
            <a:r>
              <a:rPr lang="en-US" sz="1200" b="1" noProof="0" dirty="0">
                <a:solidFill>
                  <a:schemeClr val="accent1"/>
                </a:solidFill>
              </a:rPr>
              <a:t>Investment-Thesis: </a:t>
            </a:r>
            <a:r>
              <a:rPr lang="en-US" sz="1200" b="1" noProof="0" dirty="0"/>
              <a:t>Acquisition opportunity – potential majority up to 100% of </a:t>
            </a:r>
            <a:r>
              <a:rPr lang="en-US" sz="1200" b="1" dirty="0"/>
              <a:t>dental practice with integrated laboratory</a:t>
            </a:r>
            <a:endParaRPr lang="en-US" sz="1200" b="1" noProof="0" dirty="0"/>
          </a:p>
        </p:txBody>
      </p:sp>
      <p:sp>
        <p:nvSpPr>
          <p:cNvPr id="22" name="Textfeld 15">
            <a:extLst>
              <a:ext uri="{FF2B5EF4-FFF2-40B4-BE49-F238E27FC236}">
                <a16:creationId xmlns:a16="http://schemas.microsoft.com/office/drawing/2014/main" id="{3803EA97-3642-D56C-01C3-D0BBA63D64BC}"/>
              </a:ext>
            </a:extLst>
          </p:cNvPr>
          <p:cNvSpPr txBox="1"/>
          <p:nvPr/>
        </p:nvSpPr>
        <p:spPr>
          <a:xfrm>
            <a:off x="7196138" y="4089546"/>
            <a:ext cx="1617663" cy="57943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wrap="square" lIns="72000" tIns="36000" rIns="36000" bIns="36000" rtlCol="0" anchor="t" anchorCtr="0">
            <a:noAutofit/>
          </a:bodyPr>
          <a:lstStyle>
            <a:defPPr>
              <a:defRPr lang="en-GB"/>
            </a:defPPr>
            <a:lvl1pPr>
              <a:lnSpc>
                <a:spcPct val="100000"/>
              </a:lnSpc>
              <a:spcBef>
                <a:spcPts val="0"/>
              </a:spcBef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sz="1100" noProof="0" dirty="0">
                <a:solidFill>
                  <a:srgbClr val="223F6A"/>
                </a:solidFill>
              </a:rPr>
              <a:t>Status:</a:t>
            </a:r>
          </a:p>
          <a:p>
            <a:r>
              <a:rPr lang="en-US" sz="800" b="0" noProof="0" dirty="0">
                <a:solidFill>
                  <a:schemeClr val="tx1"/>
                </a:solidFill>
              </a:rPr>
              <a:t>Internal discussion –  10.11.25</a:t>
            </a:r>
          </a:p>
        </p:txBody>
      </p:sp>
      <p:sp>
        <p:nvSpPr>
          <p:cNvPr id="23" name="Gleichschenkliges Dreieck 48">
            <a:extLst>
              <a:ext uri="{FF2B5EF4-FFF2-40B4-BE49-F238E27FC236}">
                <a16:creationId xmlns:a16="http://schemas.microsoft.com/office/drawing/2014/main" id="{37A76318-5856-C496-3B4C-DDA43E4AA880}"/>
              </a:ext>
            </a:extLst>
          </p:cNvPr>
          <p:cNvSpPr/>
          <p:nvPr/>
        </p:nvSpPr>
        <p:spPr>
          <a:xfrm flipV="1">
            <a:off x="7205663" y="3962400"/>
            <a:ext cx="1608138" cy="96207"/>
          </a:xfrm>
          <a:prstGeom prst="triangle">
            <a:avLst/>
          </a:prstGeom>
          <a:solidFill>
            <a:schemeClr val="bg2">
              <a:lumMod val="60000"/>
              <a:lumOff val="40000"/>
            </a:schemeClr>
          </a:solidFill>
          <a:ln w="6350">
            <a:noFill/>
          </a:ln>
          <a:effectLst>
            <a:outerShdw sx="1000" sy="1000" algn="tl" rotWithShape="0">
              <a:prstClr val="black"/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endParaRPr lang="en-US" noProof="0" dirty="0">
              <a:latin typeface="+mn-lt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2973785-C1FD-8D28-58AE-1010ECC16D87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4744347" y="4728489"/>
            <a:ext cx="108000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noProof="0" dirty="0">
              <a:solidFill>
                <a:schemeClr val="tx1"/>
              </a:solidFill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592734A-72D5-0A8A-BB52-A94A228305E7}"/>
              </a:ext>
            </a:extLst>
          </p:cNvPr>
          <p:cNvGrpSpPr/>
          <p:nvPr/>
        </p:nvGrpSpPr>
        <p:grpSpPr>
          <a:xfrm>
            <a:off x="5178458" y="4739089"/>
            <a:ext cx="184150" cy="50800"/>
            <a:chOff x="6181306" y="3315549"/>
            <a:chExt cx="184150" cy="50800"/>
          </a:xfrm>
          <a:solidFill>
            <a:schemeClr val="accent6"/>
          </a:solidFill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876B385-F5CC-0E08-9C86-E0868242FCF1}"/>
                </a:ext>
              </a:extLst>
            </p:cNvPr>
            <p:cNvCxnSpPr/>
            <p:nvPr>
              <p:custDataLst>
                <p:tags r:id="rId62"/>
              </p:custDataLst>
            </p:nvPr>
          </p:nvCxnSpPr>
          <p:spPr bwMode="gray">
            <a:xfrm>
              <a:off x="6181306" y="3340949"/>
              <a:ext cx="184150" cy="0"/>
            </a:xfrm>
            <a:prstGeom prst="line">
              <a:avLst/>
            </a:prstGeom>
            <a:grpFill/>
            <a:ln w="19050" cap="rnd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Diamond 42">
              <a:extLst>
                <a:ext uri="{FF2B5EF4-FFF2-40B4-BE49-F238E27FC236}">
                  <a16:creationId xmlns:a16="http://schemas.microsoft.com/office/drawing/2014/main" id="{0BE74355-E7AD-F37A-6EED-A146E172EE9C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 bwMode="auto">
            <a:xfrm>
              <a:off x="6247981" y="3315549"/>
              <a:ext cx="50800" cy="50800"/>
            </a:xfrm>
            <a:prstGeom prst="diamond">
              <a:avLst/>
            </a:prstGeom>
            <a:grpFill/>
            <a:ln w="9525" algn="ctr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 noProof="0" dirty="0">
                <a:solidFill>
                  <a:schemeClr val="tx1"/>
                </a:solidFill>
              </a:endParaRPr>
            </a:p>
          </p:txBody>
        </p:sp>
      </p:grpSp>
      <p:sp>
        <p:nvSpPr>
          <p:cNvPr id="44" name="Textplatzhalter 2">
            <a:extLst>
              <a:ext uri="{FF2B5EF4-FFF2-40B4-BE49-F238E27FC236}">
                <a16:creationId xmlns:a16="http://schemas.microsoft.com/office/drawing/2014/main" id="{C537F91A-EBB3-4F23-F3B8-38CD0D8C483C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auto">
          <a:xfrm>
            <a:off x="4374353" y="4703370"/>
            <a:ext cx="361950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1pPr>
            <a:lvl2pPr marL="648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2pPr>
            <a:lvl3pPr marL="936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3pPr>
            <a:lvl4pPr marL="12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4pPr>
            <a:lvl5pPr marL="1584000" indent="-324000" eaLnBrk="1" hangingPunct="1">
              <a:buFont typeface="Calibri" panose="020F0502020204030204" pitchFamily="34" charset="0"/>
              <a:buChar char="→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85780" eaLnBrk="1" hangingPunct="1">
              <a:defRPr>
                <a:latin typeface="+mn-lt"/>
                <a:ea typeface="+mn-ea"/>
                <a:cs typeface="+mn-cs"/>
              </a:defRPr>
            </a:lvl6pPr>
            <a:lvl7pPr marL="1662935" eaLnBrk="1" hangingPunct="1">
              <a:defRPr>
                <a:latin typeface="+mn-lt"/>
                <a:ea typeface="+mn-ea"/>
                <a:cs typeface="+mn-cs"/>
              </a:defRPr>
            </a:lvl7pPr>
            <a:lvl8pPr marL="1940092" eaLnBrk="1" hangingPunct="1">
              <a:defRPr>
                <a:latin typeface="+mn-lt"/>
                <a:ea typeface="+mn-ea"/>
                <a:cs typeface="+mn-cs"/>
              </a:defRPr>
            </a:lvl8pPr>
            <a:lvl9pPr marL="2217247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E6C1758D-4EF9-4D1E-9703-ABD13EAFE920}" type="datetime'''''''Rev''''''''''''''''''''''''''e''n''''''''''u''e'''''''">
              <a:rPr lang="en-US" sz="600" noProof="0" smtClean="0">
                <a:solidFill>
                  <a:srgbClr val="000000"/>
                </a:solidFill>
                <a:sym typeface="CKNord Book" panose="020B0604020101010102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Revenue</a:t>
            </a:fld>
            <a:endParaRPr lang="en-US" sz="600" noProof="0" dirty="0">
              <a:solidFill>
                <a:srgbClr val="000000"/>
              </a:solidFill>
              <a:sym typeface="CKNord Book" panose="020B0604020101010102"/>
            </a:endParaRPr>
          </a:p>
        </p:txBody>
      </p:sp>
      <p:sp>
        <p:nvSpPr>
          <p:cNvPr id="46" name="Textplatzhalter 2">
            <a:extLst>
              <a:ext uri="{FF2B5EF4-FFF2-40B4-BE49-F238E27FC236}">
                <a16:creationId xmlns:a16="http://schemas.microsoft.com/office/drawing/2014/main" id="{CD4E7819-7F20-F54B-3079-26E12F689061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auto">
          <a:xfrm>
            <a:off x="4878645" y="4708452"/>
            <a:ext cx="257465" cy="112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1pPr>
            <a:lvl2pPr marL="648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2pPr>
            <a:lvl3pPr marL="936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3pPr>
            <a:lvl4pPr marL="12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4pPr>
            <a:lvl5pPr marL="1584000" indent="-324000" eaLnBrk="1" hangingPunct="1">
              <a:buFont typeface="Calibri" panose="020F0502020204030204" pitchFamily="34" charset="0"/>
              <a:buChar char="→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85780" eaLnBrk="1" hangingPunct="1">
              <a:defRPr>
                <a:latin typeface="+mn-lt"/>
                <a:ea typeface="+mn-ea"/>
                <a:cs typeface="+mn-cs"/>
              </a:defRPr>
            </a:lvl6pPr>
            <a:lvl7pPr marL="1662935" eaLnBrk="1" hangingPunct="1">
              <a:defRPr>
                <a:latin typeface="+mn-lt"/>
                <a:ea typeface="+mn-ea"/>
                <a:cs typeface="+mn-cs"/>
              </a:defRPr>
            </a:lvl7pPr>
            <a:lvl8pPr marL="1940092" eaLnBrk="1" hangingPunct="1">
              <a:defRPr>
                <a:latin typeface="+mn-lt"/>
                <a:ea typeface="+mn-ea"/>
                <a:cs typeface="+mn-cs"/>
              </a:defRPr>
            </a:lvl8pPr>
            <a:lvl9pPr marL="2217247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2E93527E-F925-42B7-9AF0-F8DE52962105}" type="datetime'E''''''''''''B''''''''''''''''''''''I''T''''''D''A'''''''''">
              <a:rPr lang="en-US" sz="600" noProof="0" smtClean="0">
                <a:solidFill>
                  <a:srgbClr val="000000"/>
                </a:solidFill>
                <a:sym typeface="CKNord Book" panose="020B0604020101010102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EBITDA</a:t>
            </a:fld>
            <a:endParaRPr lang="en-US" sz="600" noProof="0" dirty="0">
              <a:solidFill>
                <a:srgbClr val="000000"/>
              </a:solidFill>
              <a:sym typeface="CKNord Book" panose="020B0604020101010102"/>
            </a:endParaRPr>
          </a:p>
        </p:txBody>
      </p:sp>
      <p:sp>
        <p:nvSpPr>
          <p:cNvPr id="47" name="Textplatzhalter 2">
            <a:extLst>
              <a:ext uri="{FF2B5EF4-FFF2-40B4-BE49-F238E27FC236}">
                <a16:creationId xmlns:a16="http://schemas.microsoft.com/office/drawing/2014/main" id="{C8935A7B-3AB9-DF00-8C32-B40601D7418A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auto">
          <a:xfrm>
            <a:off x="5400533" y="4703370"/>
            <a:ext cx="497604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1pPr>
            <a:lvl2pPr marL="648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2pPr>
            <a:lvl3pPr marL="936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3pPr>
            <a:lvl4pPr marL="12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4pPr>
            <a:lvl5pPr marL="1584000" indent="-324000" eaLnBrk="1" hangingPunct="1">
              <a:buFont typeface="Calibri" panose="020F0502020204030204" pitchFamily="34" charset="0"/>
              <a:buChar char="→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85780" eaLnBrk="1" hangingPunct="1">
              <a:defRPr>
                <a:latin typeface="+mn-lt"/>
                <a:ea typeface="+mn-ea"/>
                <a:cs typeface="+mn-cs"/>
              </a:defRPr>
            </a:lvl6pPr>
            <a:lvl7pPr marL="1662935" eaLnBrk="1" hangingPunct="1">
              <a:defRPr>
                <a:latin typeface="+mn-lt"/>
                <a:ea typeface="+mn-ea"/>
                <a:cs typeface="+mn-cs"/>
              </a:defRPr>
            </a:lvl7pPr>
            <a:lvl8pPr marL="1940092" eaLnBrk="1" hangingPunct="1">
              <a:defRPr>
                <a:latin typeface="+mn-lt"/>
                <a:ea typeface="+mn-ea"/>
                <a:cs typeface="+mn-cs"/>
              </a:defRPr>
            </a:lvl8pPr>
            <a:lvl9pPr marL="2217247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3608428A-8830-4F49-98F1-C45F6784252C}" type="datetime'''''EBI''''TDA ''''''''''''''''ma''''''r''g''i''n'">
              <a:rPr lang="en-US" sz="600" noProof="0" smtClean="0">
                <a:solidFill>
                  <a:srgbClr val="000000"/>
                </a:solidFill>
                <a:sym typeface="CKNord Book" panose="020B0604020101010102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EBITDA margin</a:t>
            </a:fld>
            <a:endParaRPr lang="en-US" sz="600" noProof="0" dirty="0">
              <a:solidFill>
                <a:srgbClr val="000000"/>
              </a:solidFill>
              <a:sym typeface="CKNord Book" panose="020B0604020101010102"/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F568DCE-BA44-1F2B-4186-212A9FD19387}"/>
              </a:ext>
            </a:extLst>
          </p:cNvPr>
          <p:cNvGrpSpPr/>
          <p:nvPr/>
        </p:nvGrpSpPr>
        <p:grpSpPr>
          <a:xfrm flipV="1">
            <a:off x="6966800" y="4706239"/>
            <a:ext cx="126131" cy="119027"/>
            <a:chOff x="8376540" y="743817"/>
            <a:chExt cx="413396" cy="373698"/>
          </a:xfrm>
          <a:effectLst/>
        </p:grpSpPr>
        <p:sp>
          <p:nvSpPr>
            <p:cNvPr id="58" name="Rechteck 98">
              <a:extLst>
                <a:ext uri="{FF2B5EF4-FFF2-40B4-BE49-F238E27FC236}">
                  <a16:creationId xmlns:a16="http://schemas.microsoft.com/office/drawing/2014/main" id="{03DC9434-0AD8-A9D5-8FF5-E6CC5B4C9251}"/>
                </a:ext>
              </a:extLst>
            </p:cNvPr>
            <p:cNvSpPr/>
            <p:nvPr/>
          </p:nvSpPr>
          <p:spPr>
            <a:xfrm>
              <a:off x="8376540" y="743817"/>
              <a:ext cx="413396" cy="37369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US" noProof="0" dirty="0">
                <a:latin typeface="+mn-lt"/>
              </a:endParaRPr>
            </a:p>
          </p:txBody>
        </p:sp>
        <p:sp>
          <p:nvSpPr>
            <p:cNvPr id="59" name="Ellipse 99">
              <a:extLst>
                <a:ext uri="{FF2B5EF4-FFF2-40B4-BE49-F238E27FC236}">
                  <a16:creationId xmlns:a16="http://schemas.microsoft.com/office/drawing/2014/main" id="{02C20125-D7E2-D2CC-535E-869639B0BA49}"/>
                </a:ext>
              </a:extLst>
            </p:cNvPr>
            <p:cNvSpPr/>
            <p:nvPr/>
          </p:nvSpPr>
          <p:spPr bwMode="gray">
            <a:xfrm>
              <a:off x="8439238" y="786650"/>
              <a:ext cx="288000" cy="288032"/>
            </a:xfrm>
            <a:prstGeom prst="ellipse">
              <a:avLst/>
            </a:prstGeom>
            <a:solidFill>
              <a:srgbClr val="F4C500"/>
            </a:solidFill>
            <a:ln w="3175"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US" noProof="0" dirty="0">
                <a:latin typeface="+mn-lt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AD188CA-21A4-7C18-F0FC-CB30387BBBFC}"/>
              </a:ext>
            </a:extLst>
          </p:cNvPr>
          <p:cNvGrpSpPr/>
          <p:nvPr/>
        </p:nvGrpSpPr>
        <p:grpSpPr>
          <a:xfrm flipV="1">
            <a:off x="7993779" y="4706239"/>
            <a:ext cx="126131" cy="119027"/>
            <a:chOff x="8376540" y="743817"/>
            <a:chExt cx="413396" cy="373698"/>
          </a:xfrm>
          <a:effectLst/>
        </p:grpSpPr>
        <p:sp>
          <p:nvSpPr>
            <p:cNvPr id="61" name="Rechteck 98">
              <a:extLst>
                <a:ext uri="{FF2B5EF4-FFF2-40B4-BE49-F238E27FC236}">
                  <a16:creationId xmlns:a16="http://schemas.microsoft.com/office/drawing/2014/main" id="{B1321563-C3B6-9ABD-1223-948F33BF928B}"/>
                </a:ext>
              </a:extLst>
            </p:cNvPr>
            <p:cNvSpPr/>
            <p:nvPr/>
          </p:nvSpPr>
          <p:spPr>
            <a:xfrm>
              <a:off x="8376540" y="743817"/>
              <a:ext cx="413396" cy="37369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US" noProof="0" dirty="0">
                <a:latin typeface="+mn-lt"/>
              </a:endParaRPr>
            </a:p>
          </p:txBody>
        </p:sp>
        <p:sp>
          <p:nvSpPr>
            <p:cNvPr id="62" name="Ellipse 99">
              <a:extLst>
                <a:ext uri="{FF2B5EF4-FFF2-40B4-BE49-F238E27FC236}">
                  <a16:creationId xmlns:a16="http://schemas.microsoft.com/office/drawing/2014/main" id="{02A8A43C-119F-F0DC-BB75-1AE4694C83F4}"/>
                </a:ext>
              </a:extLst>
            </p:cNvPr>
            <p:cNvSpPr/>
            <p:nvPr/>
          </p:nvSpPr>
          <p:spPr bwMode="gray">
            <a:xfrm>
              <a:off x="8439238" y="786650"/>
              <a:ext cx="288000" cy="288032"/>
            </a:xfrm>
            <a:prstGeom prst="ellipse">
              <a:avLst/>
            </a:prstGeom>
            <a:solidFill>
              <a:srgbClr val="C00000"/>
            </a:solidFill>
            <a:ln w="3175"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US" noProof="0" dirty="0">
                <a:latin typeface="+mn-lt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6CD35BF-9950-1463-7D5E-73D49449925E}"/>
              </a:ext>
            </a:extLst>
          </p:cNvPr>
          <p:cNvGrpSpPr/>
          <p:nvPr/>
        </p:nvGrpSpPr>
        <p:grpSpPr>
          <a:xfrm>
            <a:off x="5906229" y="4706239"/>
            <a:ext cx="126131" cy="119027"/>
            <a:chOff x="6209554" y="4914192"/>
            <a:chExt cx="126131" cy="119027"/>
          </a:xfrm>
        </p:grpSpPr>
        <p:sp>
          <p:nvSpPr>
            <p:cNvPr id="64" name="Rechteck 98">
              <a:extLst>
                <a:ext uri="{FF2B5EF4-FFF2-40B4-BE49-F238E27FC236}">
                  <a16:creationId xmlns:a16="http://schemas.microsoft.com/office/drawing/2014/main" id="{B39F5B2D-3E94-276D-E9BA-823EB2A77C75}"/>
                </a:ext>
              </a:extLst>
            </p:cNvPr>
            <p:cNvSpPr/>
            <p:nvPr/>
          </p:nvSpPr>
          <p:spPr>
            <a:xfrm flipV="1">
              <a:off x="6209554" y="4914192"/>
              <a:ext cx="126131" cy="11902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US" noProof="0" dirty="0">
                <a:latin typeface="+mn-lt"/>
              </a:endParaRPr>
            </a:p>
          </p:txBody>
        </p:sp>
        <p:sp>
          <p:nvSpPr>
            <p:cNvPr id="65" name="Ellipse 99">
              <a:extLst>
                <a:ext uri="{FF2B5EF4-FFF2-40B4-BE49-F238E27FC236}">
                  <a16:creationId xmlns:a16="http://schemas.microsoft.com/office/drawing/2014/main" id="{A1EC22D5-61DC-4F4B-8E3C-9773DC8B7B2E}"/>
                </a:ext>
              </a:extLst>
            </p:cNvPr>
            <p:cNvSpPr/>
            <p:nvPr/>
          </p:nvSpPr>
          <p:spPr bwMode="gray">
            <a:xfrm flipV="1">
              <a:off x="6228684" y="4927835"/>
              <a:ext cx="87872" cy="91741"/>
            </a:xfrm>
            <a:prstGeom prst="ellipse">
              <a:avLst/>
            </a:prstGeom>
            <a:solidFill>
              <a:srgbClr val="00B050"/>
            </a:solidFill>
            <a:ln w="3175"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US" noProof="0" dirty="0">
                <a:latin typeface="+mn-lt"/>
              </a:endParaRPr>
            </a:p>
          </p:txBody>
        </p:sp>
      </p:grpSp>
      <p:sp>
        <p:nvSpPr>
          <p:cNvPr id="66" name="Textplatzhalter 2">
            <a:extLst>
              <a:ext uri="{FF2B5EF4-FFF2-40B4-BE49-F238E27FC236}">
                <a16:creationId xmlns:a16="http://schemas.microsoft.com/office/drawing/2014/main" id="{F130D185-505D-8DA9-E435-609B4D0F0E7B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auto">
          <a:xfrm>
            <a:off x="8145170" y="4709715"/>
            <a:ext cx="683605" cy="112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1pPr>
            <a:lvl2pPr marL="648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2pPr>
            <a:lvl3pPr marL="936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3pPr>
            <a:lvl4pPr marL="12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4pPr>
            <a:lvl5pPr marL="1584000" indent="-324000" eaLnBrk="1" hangingPunct="1">
              <a:buFont typeface="Calibri" panose="020F0502020204030204" pitchFamily="34" charset="0"/>
              <a:buChar char="→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85780" eaLnBrk="1" hangingPunct="1">
              <a:defRPr>
                <a:latin typeface="+mn-lt"/>
                <a:ea typeface="+mn-ea"/>
                <a:cs typeface="+mn-cs"/>
              </a:defRPr>
            </a:lvl6pPr>
            <a:lvl7pPr marL="1662935" eaLnBrk="1" hangingPunct="1">
              <a:defRPr>
                <a:latin typeface="+mn-lt"/>
                <a:ea typeface="+mn-ea"/>
                <a:cs typeface="+mn-cs"/>
              </a:defRPr>
            </a:lvl7pPr>
            <a:lvl8pPr marL="1940092" eaLnBrk="1" hangingPunct="1">
              <a:defRPr>
                <a:latin typeface="+mn-lt"/>
                <a:ea typeface="+mn-ea"/>
                <a:cs typeface="+mn-cs"/>
              </a:defRPr>
            </a:lvl8pPr>
            <a:lvl9pPr marL="2217247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600" noProof="0" dirty="0">
                <a:solidFill>
                  <a:srgbClr val="000000"/>
                </a:solidFill>
                <a:sym typeface="CKNord Book" panose="020B0604020101010102"/>
              </a:rPr>
              <a:t>Not of interest to CCA</a:t>
            </a:r>
          </a:p>
        </p:txBody>
      </p:sp>
      <p:sp>
        <p:nvSpPr>
          <p:cNvPr id="67" name="Textplatzhalter 2">
            <a:extLst>
              <a:ext uri="{FF2B5EF4-FFF2-40B4-BE49-F238E27FC236}">
                <a16:creationId xmlns:a16="http://schemas.microsoft.com/office/drawing/2014/main" id="{9EA53319-ADA5-AEF0-CA62-92271EECC2FE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 bwMode="auto">
          <a:xfrm>
            <a:off x="6059135" y="4709715"/>
            <a:ext cx="884478" cy="112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1pPr>
            <a:lvl2pPr marL="648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2pPr>
            <a:lvl3pPr marL="936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3pPr>
            <a:lvl4pPr marL="12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4pPr>
            <a:lvl5pPr marL="1584000" indent="-324000" eaLnBrk="1" hangingPunct="1">
              <a:buFont typeface="Calibri" panose="020F0502020204030204" pitchFamily="34" charset="0"/>
              <a:buChar char="→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85780" eaLnBrk="1" hangingPunct="1">
              <a:defRPr>
                <a:latin typeface="+mn-lt"/>
                <a:ea typeface="+mn-ea"/>
                <a:cs typeface="+mn-cs"/>
              </a:defRPr>
            </a:lvl6pPr>
            <a:lvl7pPr marL="1662935" eaLnBrk="1" hangingPunct="1">
              <a:defRPr>
                <a:latin typeface="+mn-lt"/>
                <a:ea typeface="+mn-ea"/>
                <a:cs typeface="+mn-cs"/>
              </a:defRPr>
            </a:lvl7pPr>
            <a:lvl8pPr marL="1940092" eaLnBrk="1" hangingPunct="1">
              <a:defRPr>
                <a:latin typeface="+mn-lt"/>
                <a:ea typeface="+mn-ea"/>
                <a:cs typeface="+mn-cs"/>
              </a:defRPr>
            </a:lvl8pPr>
            <a:lvl9pPr marL="2217247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600" noProof="0" dirty="0">
                <a:solidFill>
                  <a:srgbClr val="000000"/>
                </a:solidFill>
                <a:sym typeface="CKNord Book" panose="020B0604020101010102"/>
              </a:rPr>
              <a:t>Investment criteria fulfilled</a:t>
            </a:r>
          </a:p>
        </p:txBody>
      </p:sp>
      <p:sp>
        <p:nvSpPr>
          <p:cNvPr id="68" name="Textplatzhalter 2">
            <a:extLst>
              <a:ext uri="{FF2B5EF4-FFF2-40B4-BE49-F238E27FC236}">
                <a16:creationId xmlns:a16="http://schemas.microsoft.com/office/drawing/2014/main" id="{F0F30A6A-2A0E-AC53-1BCF-274FDB66CC6A}"/>
              </a:ext>
            </a:extLst>
          </p:cNvPr>
          <p:cNvSpPr>
            <a:spLocks noGrp="1"/>
          </p:cNvSpPr>
          <p:nvPr>
            <p:custDataLst>
              <p:tags r:id="rId11"/>
            </p:custDataLst>
          </p:nvPr>
        </p:nvSpPr>
        <p:spPr bwMode="auto">
          <a:xfrm>
            <a:off x="7118546" y="4709715"/>
            <a:ext cx="826153" cy="112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1pPr>
            <a:lvl2pPr marL="648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2pPr>
            <a:lvl3pPr marL="936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3pPr>
            <a:lvl4pPr marL="12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4pPr>
            <a:lvl5pPr marL="1584000" indent="-324000" eaLnBrk="1" hangingPunct="1">
              <a:buFont typeface="Calibri" panose="020F0502020204030204" pitchFamily="34" charset="0"/>
              <a:buChar char="→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85780" eaLnBrk="1" hangingPunct="1">
              <a:defRPr>
                <a:latin typeface="+mn-lt"/>
                <a:ea typeface="+mn-ea"/>
                <a:cs typeface="+mn-cs"/>
              </a:defRPr>
            </a:lvl6pPr>
            <a:lvl7pPr marL="1662935" eaLnBrk="1" hangingPunct="1">
              <a:defRPr>
                <a:latin typeface="+mn-lt"/>
                <a:ea typeface="+mn-ea"/>
                <a:cs typeface="+mn-cs"/>
              </a:defRPr>
            </a:lvl7pPr>
            <a:lvl8pPr marL="1940092" eaLnBrk="1" hangingPunct="1">
              <a:defRPr>
                <a:latin typeface="+mn-lt"/>
                <a:ea typeface="+mn-ea"/>
                <a:cs typeface="+mn-cs"/>
              </a:defRPr>
            </a:lvl8pPr>
            <a:lvl9pPr marL="2217247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600" noProof="0" dirty="0">
                <a:solidFill>
                  <a:srgbClr val="000000"/>
                </a:solidFill>
                <a:sym typeface="CKNord Book" panose="020B0604020101010102"/>
              </a:rPr>
              <a:t>Questions to be answered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4E153D9-3895-EC1A-8E93-4C685945DF48}"/>
              </a:ext>
            </a:extLst>
          </p:cNvPr>
          <p:cNvSpPr txBox="1"/>
          <p:nvPr/>
        </p:nvSpPr>
        <p:spPr>
          <a:xfrm>
            <a:off x="7262813" y="3284538"/>
            <a:ext cx="1016000" cy="817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700" dirty="0">
                <a:sym typeface="Wingdings" panose="05000000000000000000" pitchFamily="2" charset="2"/>
              </a:rPr>
              <a:t>EBITDA</a:t>
            </a:r>
            <a:r>
              <a:rPr lang="en-US" sz="700" noProof="0" dirty="0">
                <a:sym typeface="Wingdings" panose="05000000000000000000" pitchFamily="2" charset="2"/>
              </a:rPr>
              <a:t> (</a:t>
            </a:r>
            <a:r>
              <a:rPr lang="en-US" sz="700" dirty="0">
                <a:sym typeface="Wingdings" panose="05000000000000000000" pitchFamily="2" charset="2"/>
              </a:rPr>
              <a:t>EUR</a:t>
            </a:r>
            <a:r>
              <a:rPr lang="en-US" sz="700" noProof="0" dirty="0">
                <a:sym typeface="Wingdings" panose="05000000000000000000" pitchFamily="2" charset="2"/>
              </a:rPr>
              <a:t> 1m)</a:t>
            </a:r>
          </a:p>
          <a:p>
            <a:pPr>
              <a:spcAft>
                <a:spcPts val="100"/>
              </a:spcAft>
            </a:pPr>
            <a:r>
              <a:rPr lang="en-US" sz="700" noProof="0" dirty="0">
                <a:sym typeface="Wingdings" panose="05000000000000000000" pitchFamily="2" charset="2"/>
              </a:rPr>
              <a:t>EBITDA margin (10%)</a:t>
            </a:r>
          </a:p>
          <a:p>
            <a:pPr>
              <a:spcAft>
                <a:spcPts val="100"/>
              </a:spcAft>
            </a:pPr>
            <a:r>
              <a:rPr lang="en-US" sz="700" noProof="0" dirty="0">
                <a:sym typeface="Wingdings" panose="05000000000000000000" pitchFamily="2" charset="2"/>
              </a:rPr>
              <a:t>Digitization potential</a:t>
            </a:r>
          </a:p>
          <a:p>
            <a:pPr>
              <a:spcAft>
                <a:spcPts val="100"/>
              </a:spcAft>
            </a:pPr>
            <a:r>
              <a:rPr lang="en-US" sz="700" noProof="0" dirty="0">
                <a:sym typeface="Wingdings" panose="05000000000000000000" pitchFamily="2" charset="2"/>
              </a:rPr>
              <a:t>Buy &amp; Build potential</a:t>
            </a:r>
          </a:p>
          <a:p>
            <a:pPr>
              <a:spcAft>
                <a:spcPts val="100"/>
              </a:spcAft>
            </a:pPr>
            <a:r>
              <a:rPr lang="en-US" sz="700" noProof="0" dirty="0">
                <a:sym typeface="Wingdings" panose="05000000000000000000" pitchFamily="2" charset="2"/>
              </a:rPr>
              <a:t>Market fragmentation</a:t>
            </a:r>
          </a:p>
          <a:p>
            <a:pPr marL="171450" indent="-171450">
              <a:buFont typeface="Wingdings" panose="05000000000000000000" pitchFamily="2" charset="2"/>
              <a:buChar char="þ"/>
            </a:pPr>
            <a:endParaRPr lang="en-US" sz="800" noProof="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E5C2B45-6F93-4266-31C9-38E33CE07875}"/>
              </a:ext>
            </a:extLst>
          </p:cNvPr>
          <p:cNvSpPr txBox="1"/>
          <p:nvPr/>
        </p:nvSpPr>
        <p:spPr>
          <a:xfrm>
            <a:off x="8185150" y="3284538"/>
            <a:ext cx="744538" cy="696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700" noProof="0" dirty="0">
                <a:sym typeface="Wingdings" panose="05000000000000000000" pitchFamily="2" charset="2"/>
              </a:rPr>
              <a:t>DACH</a:t>
            </a:r>
          </a:p>
          <a:p>
            <a:pPr>
              <a:spcAft>
                <a:spcPts val="100"/>
              </a:spcAft>
            </a:pPr>
            <a:r>
              <a:rPr lang="en-US" sz="700" noProof="0" dirty="0">
                <a:sym typeface="Wingdings" panose="05000000000000000000" pitchFamily="2" charset="2"/>
              </a:rPr>
              <a:t>Majority stake</a:t>
            </a:r>
          </a:p>
          <a:p>
            <a:pPr>
              <a:spcAft>
                <a:spcPts val="100"/>
              </a:spcAft>
            </a:pPr>
            <a:r>
              <a:rPr lang="en-US" sz="700" noProof="0" dirty="0">
                <a:sym typeface="Wingdings" panose="05000000000000000000" pitchFamily="2" charset="2"/>
              </a:rPr>
              <a:t>Asset light</a:t>
            </a:r>
          </a:p>
          <a:p>
            <a:pPr>
              <a:spcAft>
                <a:spcPts val="100"/>
              </a:spcAft>
            </a:pPr>
            <a:r>
              <a:rPr lang="en-US" sz="700" noProof="0" dirty="0">
                <a:sym typeface="Wingdings" panose="05000000000000000000" pitchFamily="2" charset="2"/>
              </a:rPr>
              <a:t>ESG</a:t>
            </a:r>
          </a:p>
          <a:p>
            <a:endParaRPr lang="en-US" sz="800" noProof="0" dirty="0">
              <a:sym typeface="Wingdings" panose="05000000000000000000" pitchFamily="2" charset="2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464EC4AE-115E-59ED-09FE-38D672762A3F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7242175" y="3354388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800" noProof="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  <a:endParaRPr lang="en-US" sz="800" noProof="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2923AFD3-7198-5D48-B4D3-95A0449F9E79}"/>
              </a:ext>
            </a:extLst>
          </p:cNvPr>
          <p:cNvGrpSpPr>
            <a:grpSpLocks/>
          </p:cNvGrpSpPr>
          <p:nvPr/>
        </p:nvGrpSpPr>
        <p:grpSpPr>
          <a:xfrm>
            <a:off x="8677297" y="697914"/>
            <a:ext cx="268707" cy="242904"/>
            <a:chOff x="8376540" y="743817"/>
            <a:chExt cx="413396" cy="373698"/>
          </a:xfrm>
        </p:grpSpPr>
        <p:sp>
          <p:nvSpPr>
            <p:cNvPr id="89" name="Rechteck 98">
              <a:extLst>
                <a:ext uri="{FF2B5EF4-FFF2-40B4-BE49-F238E27FC236}">
                  <a16:creationId xmlns:a16="http://schemas.microsoft.com/office/drawing/2014/main" id="{08871089-09F8-1A77-1D07-65D3FECB593D}"/>
                </a:ext>
              </a:extLst>
            </p:cNvPr>
            <p:cNvSpPr/>
            <p:nvPr/>
          </p:nvSpPr>
          <p:spPr>
            <a:xfrm>
              <a:off x="8376540" y="743817"/>
              <a:ext cx="413396" cy="373698"/>
            </a:xfrm>
            <a:prstGeom prst="rect">
              <a:avLst/>
            </a:prstGeom>
            <a:solidFill>
              <a:schemeClr val="bg1"/>
            </a:solidFill>
            <a:ln w="4127">
              <a:solidFill>
                <a:schemeClr val="bg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59436" tIns="29718" rIns="59436" bIns="29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US" noProof="0" dirty="0">
                <a:latin typeface="+mn-lt"/>
              </a:endParaRPr>
            </a:p>
          </p:txBody>
        </p:sp>
        <p:sp>
          <p:nvSpPr>
            <p:cNvPr id="90" name="Ellipse 99">
              <a:extLst>
                <a:ext uri="{FF2B5EF4-FFF2-40B4-BE49-F238E27FC236}">
                  <a16:creationId xmlns:a16="http://schemas.microsoft.com/office/drawing/2014/main" id="{E1617DA0-2357-52E1-8722-C412B3F79A35}"/>
                </a:ext>
              </a:extLst>
            </p:cNvPr>
            <p:cNvSpPr/>
            <p:nvPr/>
          </p:nvSpPr>
          <p:spPr bwMode="gray">
            <a:xfrm>
              <a:off x="8439238" y="786650"/>
              <a:ext cx="288000" cy="288032"/>
            </a:xfrm>
            <a:prstGeom prst="ellipse">
              <a:avLst/>
            </a:prstGeom>
            <a:solidFill>
              <a:srgbClr val="F4C500"/>
            </a:solidFill>
            <a:ln w="6350">
              <a:noFill/>
            </a:ln>
          </p:spPr>
          <p:txBody>
            <a:bodyPr rot="0" spcFirstLastPara="0" vertOverflow="overflow" horzOverflow="overflow" vert="horz" wrap="square" lIns="59436" tIns="29718" rIns="59436" bIns="29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US" noProof="0" dirty="0">
                <a:latin typeface="+mn-lt"/>
              </a:endParaRP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39CC55AA-A363-3057-2B7E-071AEF2ABFE9}"/>
              </a:ext>
            </a:extLst>
          </p:cNvPr>
          <p:cNvGrpSpPr>
            <a:grpSpLocks/>
          </p:cNvGrpSpPr>
          <p:nvPr/>
        </p:nvGrpSpPr>
        <p:grpSpPr>
          <a:xfrm>
            <a:off x="9644647" y="616184"/>
            <a:ext cx="268707" cy="242904"/>
            <a:chOff x="8376540" y="743817"/>
            <a:chExt cx="413396" cy="373698"/>
          </a:xfrm>
        </p:grpSpPr>
        <p:sp>
          <p:nvSpPr>
            <p:cNvPr id="92" name="Rechteck 98">
              <a:extLst>
                <a:ext uri="{FF2B5EF4-FFF2-40B4-BE49-F238E27FC236}">
                  <a16:creationId xmlns:a16="http://schemas.microsoft.com/office/drawing/2014/main" id="{9AC9D405-85BB-4FC2-EF88-76352F2D00F4}"/>
                </a:ext>
              </a:extLst>
            </p:cNvPr>
            <p:cNvSpPr/>
            <p:nvPr/>
          </p:nvSpPr>
          <p:spPr>
            <a:xfrm>
              <a:off x="8376540" y="743817"/>
              <a:ext cx="413396" cy="373698"/>
            </a:xfrm>
            <a:prstGeom prst="rect">
              <a:avLst/>
            </a:prstGeom>
            <a:solidFill>
              <a:schemeClr val="bg1"/>
            </a:solidFill>
            <a:ln w="4127">
              <a:solidFill>
                <a:schemeClr val="bg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59436" tIns="29718" rIns="59436" bIns="29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US" noProof="0" dirty="0">
                <a:latin typeface="+mn-lt"/>
              </a:endParaRPr>
            </a:p>
          </p:txBody>
        </p:sp>
        <p:sp>
          <p:nvSpPr>
            <p:cNvPr id="93" name="Ellipse 99">
              <a:extLst>
                <a:ext uri="{FF2B5EF4-FFF2-40B4-BE49-F238E27FC236}">
                  <a16:creationId xmlns:a16="http://schemas.microsoft.com/office/drawing/2014/main" id="{F0008905-2A5B-ECBD-04B6-091CE8D17D3B}"/>
                </a:ext>
              </a:extLst>
            </p:cNvPr>
            <p:cNvSpPr/>
            <p:nvPr/>
          </p:nvSpPr>
          <p:spPr bwMode="gray">
            <a:xfrm>
              <a:off x="8439238" y="786650"/>
              <a:ext cx="288000" cy="288032"/>
            </a:xfrm>
            <a:prstGeom prst="ellipse">
              <a:avLst/>
            </a:prstGeom>
            <a:solidFill>
              <a:srgbClr val="C00000"/>
            </a:solidFill>
            <a:ln w="6350">
              <a:noFill/>
            </a:ln>
          </p:spPr>
          <p:txBody>
            <a:bodyPr rot="0" spcFirstLastPara="0" vertOverflow="overflow" horzOverflow="overflow" vert="horz" wrap="square" lIns="59436" tIns="29718" rIns="59436" bIns="29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US" noProof="0" dirty="0">
                <a:latin typeface="+mn-lt"/>
              </a:endParaRP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E99B8D32-0DE6-FFF5-6114-A9B66D471EF1}"/>
              </a:ext>
            </a:extLst>
          </p:cNvPr>
          <p:cNvGrpSpPr>
            <a:grpSpLocks/>
          </p:cNvGrpSpPr>
          <p:nvPr/>
        </p:nvGrpSpPr>
        <p:grpSpPr>
          <a:xfrm>
            <a:off x="10095813" y="1017984"/>
            <a:ext cx="268288" cy="242491"/>
            <a:chOff x="8376540" y="743817"/>
            <a:chExt cx="413396" cy="373698"/>
          </a:xfrm>
        </p:grpSpPr>
        <p:sp>
          <p:nvSpPr>
            <p:cNvPr id="95" name="Rechteck 98">
              <a:extLst>
                <a:ext uri="{FF2B5EF4-FFF2-40B4-BE49-F238E27FC236}">
                  <a16:creationId xmlns:a16="http://schemas.microsoft.com/office/drawing/2014/main" id="{E87EEB08-1D27-A70C-BD52-82A21C7955A4}"/>
                </a:ext>
              </a:extLst>
            </p:cNvPr>
            <p:cNvSpPr/>
            <p:nvPr/>
          </p:nvSpPr>
          <p:spPr>
            <a:xfrm>
              <a:off x="8376540" y="743817"/>
              <a:ext cx="413396" cy="373698"/>
            </a:xfrm>
            <a:prstGeom prst="rect">
              <a:avLst/>
            </a:prstGeom>
            <a:solidFill>
              <a:schemeClr val="bg1"/>
            </a:solidFill>
            <a:ln w="4127">
              <a:solidFill>
                <a:schemeClr val="bg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59436" tIns="29718" rIns="59436" bIns="29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US" noProof="0" dirty="0">
                <a:latin typeface="+mn-lt"/>
              </a:endParaRPr>
            </a:p>
          </p:txBody>
        </p:sp>
        <p:sp>
          <p:nvSpPr>
            <p:cNvPr id="96" name="Ellipse 99">
              <a:extLst>
                <a:ext uri="{FF2B5EF4-FFF2-40B4-BE49-F238E27FC236}">
                  <a16:creationId xmlns:a16="http://schemas.microsoft.com/office/drawing/2014/main" id="{F62127AA-123B-6372-1978-AB67D8B3A208}"/>
                </a:ext>
              </a:extLst>
            </p:cNvPr>
            <p:cNvSpPr/>
            <p:nvPr/>
          </p:nvSpPr>
          <p:spPr bwMode="gray">
            <a:xfrm>
              <a:off x="8449022" y="786650"/>
              <a:ext cx="288000" cy="288032"/>
            </a:xfrm>
            <a:prstGeom prst="ellipse">
              <a:avLst/>
            </a:prstGeom>
            <a:solidFill>
              <a:srgbClr val="00B050"/>
            </a:solidFill>
            <a:ln w="6350">
              <a:noFill/>
            </a:ln>
          </p:spPr>
          <p:txBody>
            <a:bodyPr rot="0" spcFirstLastPara="0" vertOverflow="overflow" horzOverflow="overflow" vert="horz" wrap="square" lIns="59436" tIns="29718" rIns="59436" bIns="29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US" noProof="0" dirty="0">
                <a:latin typeface="+mn-lt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90F55FB-CCF6-55ED-AC16-3661DCC6DBE2}"/>
              </a:ext>
            </a:extLst>
          </p:cNvPr>
          <p:cNvGrpSpPr/>
          <p:nvPr/>
        </p:nvGrpSpPr>
        <p:grpSpPr>
          <a:xfrm>
            <a:off x="324419" y="1359643"/>
            <a:ext cx="1706564" cy="3312341"/>
            <a:chOff x="333375" y="1328436"/>
            <a:chExt cx="1706564" cy="3337173"/>
          </a:xfrm>
        </p:grpSpPr>
        <p:sp>
          <p:nvSpPr>
            <p:cNvPr id="10" name="Rechteck 5">
              <a:extLst>
                <a:ext uri="{FF2B5EF4-FFF2-40B4-BE49-F238E27FC236}">
                  <a16:creationId xmlns:a16="http://schemas.microsoft.com/office/drawing/2014/main" id="{F111E3DD-F525-16DC-ADF0-2F34B98D207A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333375" y="1328436"/>
              <a:ext cx="1706564" cy="333717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  <a:effectLst>
              <a:outerShdw algn="tl" rotWithShape="0">
                <a:prstClr val="black"/>
              </a:outerShdw>
            </a:effectLst>
          </p:spPr>
          <p:txBody>
            <a:bodyPr rot="0" spcFirstLastPara="0" vertOverflow="overflow" horzOverflow="overflow" vert="horz" wrap="square" lIns="36000" tIns="36000" rIns="360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185738" indent="-180975" algn="l" rtl="0" eaLnBrk="1" fontAlgn="base" hangingPunct="1">
                <a:buClr>
                  <a:schemeClr val="tx1"/>
                </a:buClr>
                <a:buFont typeface="Calibri" panose="020F0502020204030204" pitchFamily="34" charset="0"/>
                <a:buChar char="–"/>
              </a:lvl1pPr>
              <a:lvl2pPr marL="185738" indent="-180975" algn="l" rtl="0" eaLnBrk="1" fontAlgn="base" hangingPunct="1">
                <a:buClr>
                  <a:schemeClr val="tx1"/>
                </a:buClr>
                <a:buFont typeface="Calibri" panose="020F0502020204030204" pitchFamily="34" charset="0"/>
                <a:buChar char="–"/>
              </a:lvl2pPr>
              <a:lvl3pPr marL="538163" indent="-180975" algn="l" rtl="0" eaLnBrk="1" fontAlgn="base" hangingPunct="1">
                <a:buClr>
                  <a:schemeClr val="tx1"/>
                </a:buClr>
                <a:buFont typeface="Calibri" panose="020F0502020204030204" pitchFamily="34" charset="0"/>
                <a:buChar char="–"/>
              </a:lvl3pPr>
              <a:lvl4pPr marL="900113" indent="-180975" algn="l" rtl="0" eaLnBrk="1" fontAlgn="base" hangingPunct="1">
                <a:buClr>
                  <a:schemeClr val="tx1"/>
                </a:buClr>
                <a:buFont typeface="Calibri" panose="020F0502020204030204" pitchFamily="34" charset="0"/>
                <a:buChar char="–"/>
              </a:lvl4pPr>
              <a:lvl5pPr marL="1254125" indent="-180975" algn="l" rtl="0" eaLnBrk="1" fontAlgn="base" hangingPunct="1">
                <a:buClr>
                  <a:schemeClr val="tx1"/>
                </a:buClr>
                <a:buFont typeface="Calibri" panose="020F0502020204030204" pitchFamily="34" charset="0"/>
                <a:buChar char="–"/>
              </a:lvl5pPr>
              <a:lvl6pPr marL="1489075" indent="-176213" algn="l" rtl="0" eaLnBrk="1" fontAlgn="base" hangingPunct="1">
                <a:buClr>
                  <a:schemeClr val="tx1"/>
                </a:buClr>
                <a:buFont typeface="Verdana" pitchFamily="34" charset="0"/>
                <a:buChar char="-"/>
              </a:lvl6pPr>
              <a:lvl7pPr marL="1946275" indent="-176213" algn="l" rtl="0" eaLnBrk="1" fontAlgn="base" hangingPunct="1">
                <a:buClr>
                  <a:schemeClr val="tx1"/>
                </a:buClr>
                <a:buFont typeface="Verdana" pitchFamily="34" charset="0"/>
                <a:buChar char="-"/>
              </a:lvl7pPr>
              <a:lvl8pPr marL="2403475" indent="-176213" algn="l" rtl="0" eaLnBrk="1" fontAlgn="base" hangingPunct="1">
                <a:buClr>
                  <a:schemeClr val="tx1"/>
                </a:buClr>
                <a:buFont typeface="Verdana" pitchFamily="34" charset="0"/>
                <a:buChar char="-"/>
              </a:lvl8pPr>
              <a:lvl9pPr marL="2860675" indent="-176213" algn="l" rtl="0" eaLnBrk="1" fontAlgn="base" hangingPunct="1">
                <a:buClr>
                  <a:schemeClr val="tx1"/>
                </a:buClr>
                <a:buFont typeface="Verdana" pitchFamily="34" charset="0"/>
                <a:buChar char="-"/>
              </a:lvl9pPr>
            </a:lstStyle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500" b="1" noProof="0" dirty="0">
                <a:solidFill>
                  <a:srgbClr val="27AA50"/>
                </a:solidFill>
              </a:endParaRPr>
            </a:p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500" b="1" noProof="0" dirty="0">
                <a:solidFill>
                  <a:srgbClr val="27AA50"/>
                </a:solidFill>
              </a:endParaRPr>
            </a:p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500" b="1" noProof="0" dirty="0">
                <a:solidFill>
                  <a:srgbClr val="27AA50"/>
                </a:solidFill>
              </a:endParaRPr>
            </a:p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500" b="1" noProof="0" dirty="0">
                <a:solidFill>
                  <a:srgbClr val="27AA50"/>
                </a:solidFill>
                <a:highlight>
                  <a:srgbClr val="FFFF00"/>
                </a:highlight>
              </a:endParaRPr>
            </a:p>
            <a:p>
              <a:pPr marL="0" indent="0">
                <a:lnSpc>
                  <a:spcPct val="90000"/>
                </a:lnSpc>
                <a:spcAft>
                  <a:spcPts val="600"/>
                </a:spcAft>
                <a:buNone/>
              </a:pPr>
              <a:r>
                <a:rPr lang="en-US" sz="800" b="1" noProof="0" dirty="0">
                  <a:solidFill>
                    <a:schemeClr val="dk1"/>
                  </a:solidFill>
                </a:rPr>
                <a:t>Founded: </a:t>
              </a:r>
              <a:r>
                <a:rPr lang="en-US" sz="800" dirty="0">
                  <a:solidFill>
                    <a:schemeClr val="dk1"/>
                  </a:solidFill>
                </a:rPr>
                <a:t>1978</a:t>
              </a:r>
              <a:endParaRPr lang="en-US" sz="800" noProof="0" dirty="0"/>
            </a:p>
            <a:p>
              <a:pPr marL="0" indent="0">
                <a:lnSpc>
                  <a:spcPct val="90000"/>
                </a:lnSpc>
                <a:spcAft>
                  <a:spcPts val="600"/>
                </a:spcAft>
                <a:buNone/>
              </a:pPr>
              <a:r>
                <a:rPr lang="en-US" sz="800" b="1" noProof="0" dirty="0">
                  <a:solidFill>
                    <a:schemeClr val="dk1"/>
                  </a:solidFill>
                </a:rPr>
                <a:t>Locations:</a:t>
              </a:r>
              <a:r>
                <a:rPr lang="en-US" sz="800" noProof="0" dirty="0">
                  <a:solidFill>
                    <a:schemeClr val="dk1"/>
                  </a:solidFill>
                </a:rPr>
                <a:t> </a:t>
              </a:r>
              <a:r>
                <a:rPr lang="de-CH" sz="800" dirty="0"/>
                <a:t>Cologne (HQ), Dental Lab and </a:t>
              </a:r>
              <a:r>
                <a:rPr lang="de-CH" sz="800" dirty="0" err="1"/>
                <a:t>practice</a:t>
              </a:r>
              <a:r>
                <a:rPr lang="de-CH" sz="800" dirty="0"/>
                <a:t> </a:t>
              </a:r>
              <a:r>
                <a:rPr lang="de-CH" sz="800" dirty="0" err="1"/>
                <a:t>are</a:t>
              </a:r>
              <a:r>
                <a:rPr lang="de-CH" sz="800" dirty="0"/>
                <a:t> in </a:t>
              </a:r>
              <a:r>
                <a:rPr lang="de-CH" sz="800" dirty="0" err="1"/>
                <a:t>seperate</a:t>
              </a:r>
              <a:r>
                <a:rPr lang="de-CH" sz="800" dirty="0"/>
                <a:t> </a:t>
              </a:r>
              <a:r>
                <a:rPr lang="de-CH" sz="800" dirty="0" err="1"/>
                <a:t>locations</a:t>
              </a:r>
              <a:endParaRPr lang="de-CH" sz="800" dirty="0"/>
            </a:p>
            <a:p>
              <a:pPr marL="0" indent="0">
                <a:lnSpc>
                  <a:spcPct val="90000"/>
                </a:lnSpc>
                <a:spcAft>
                  <a:spcPts val="600"/>
                </a:spcAft>
                <a:buNone/>
              </a:pPr>
              <a:r>
                <a:rPr lang="en-US" sz="800" b="1" noProof="0" dirty="0"/>
                <a:t>Website</a:t>
              </a:r>
              <a:r>
                <a:rPr lang="en-US" sz="800" noProof="0" dirty="0">
                  <a:latin typeface="Calibri"/>
                </a:rPr>
                <a:t>: </a:t>
              </a:r>
              <a:r>
                <a:rPr lang="en-US" sz="800" dirty="0">
                  <a:hlinkClick r:id="rId68"/>
                </a:rPr>
                <a:t>zahn-arzt-koeln.de</a:t>
              </a:r>
              <a:endParaRPr lang="en-US" sz="800" dirty="0"/>
            </a:p>
            <a:p>
              <a:pPr marL="0" indent="0">
                <a:lnSpc>
                  <a:spcPct val="90000"/>
                </a:lnSpc>
                <a:spcAft>
                  <a:spcPts val="600"/>
                </a:spcAft>
                <a:buNone/>
              </a:pPr>
              <a:r>
                <a:rPr lang="en-US" sz="800" b="1" noProof="0" dirty="0">
                  <a:solidFill>
                    <a:schemeClr val="dk1"/>
                  </a:solidFill>
                </a:rPr>
                <a:t>Industry: </a:t>
              </a:r>
              <a:r>
                <a:rPr lang="de-CH" sz="800" noProof="0" dirty="0" err="1">
                  <a:solidFill>
                    <a:schemeClr val="dk1"/>
                  </a:solidFill>
                </a:rPr>
                <a:t>Healthcare</a:t>
              </a:r>
              <a:r>
                <a:rPr lang="de-CH" sz="800" noProof="0" dirty="0">
                  <a:solidFill>
                    <a:schemeClr val="dk1"/>
                  </a:solidFill>
                </a:rPr>
                <a:t> </a:t>
              </a:r>
              <a:r>
                <a:rPr lang="de-CH" sz="800" noProof="0" dirty="0" err="1">
                  <a:solidFill>
                    <a:schemeClr val="dk1"/>
                  </a:solidFill>
                </a:rPr>
                <a:t>provider</a:t>
              </a:r>
              <a:endParaRPr lang="de-CH" sz="800" dirty="0"/>
            </a:p>
            <a:p>
              <a:pPr marL="0" indent="0">
                <a:lnSpc>
                  <a:spcPct val="90000"/>
                </a:lnSpc>
                <a:spcAft>
                  <a:spcPts val="600"/>
                </a:spcAft>
                <a:buNone/>
              </a:pPr>
              <a:r>
                <a:rPr lang="en-US" sz="800" b="1" noProof="0" dirty="0"/>
                <a:t>Niche</a:t>
              </a:r>
              <a:r>
                <a:rPr lang="en-US" sz="800" noProof="0" dirty="0">
                  <a:solidFill>
                    <a:schemeClr val="dk1"/>
                  </a:solidFill>
                </a:rPr>
                <a:t>: </a:t>
              </a:r>
              <a:r>
                <a:rPr lang="de-CH" sz="800" dirty="0"/>
                <a:t>Dental care</a:t>
              </a:r>
            </a:p>
            <a:p>
              <a:pPr marL="0" indent="0">
                <a:lnSpc>
                  <a:spcPct val="90000"/>
                </a:lnSpc>
                <a:spcAft>
                  <a:spcPts val="600"/>
                </a:spcAft>
                <a:buNone/>
              </a:pPr>
              <a:r>
                <a:rPr lang="en-US" sz="800" b="1" noProof="0" dirty="0"/>
                <a:t>Revenue (FY24A): </a:t>
              </a:r>
              <a:r>
                <a:rPr lang="en-US" sz="800" noProof="0" dirty="0"/>
                <a:t>EUR </a:t>
              </a:r>
              <a:r>
                <a:rPr lang="en-US" sz="800" dirty="0"/>
                <a:t>3.1</a:t>
              </a:r>
              <a:r>
                <a:rPr lang="en-US" sz="800" noProof="0" dirty="0"/>
                <a:t>m</a:t>
              </a:r>
            </a:p>
            <a:p>
              <a:pPr marL="0" indent="0">
                <a:lnSpc>
                  <a:spcPct val="90000"/>
                </a:lnSpc>
                <a:spcAft>
                  <a:spcPts val="600"/>
                </a:spcAft>
                <a:buNone/>
              </a:pPr>
              <a:r>
                <a:rPr lang="en-US" sz="800" b="1" noProof="0" dirty="0">
                  <a:solidFill>
                    <a:schemeClr val="dk1"/>
                  </a:solidFill>
                </a:rPr>
                <a:t>EBITDA (FY24A): </a:t>
              </a:r>
              <a:r>
                <a:rPr lang="en-US" sz="800" noProof="0" dirty="0">
                  <a:solidFill>
                    <a:schemeClr val="dk1"/>
                  </a:solidFill>
                </a:rPr>
                <a:t>EUR </a:t>
              </a:r>
              <a:r>
                <a:rPr lang="en-US" sz="800" dirty="0">
                  <a:solidFill>
                    <a:schemeClr val="dk1"/>
                  </a:solidFill>
                </a:rPr>
                <a:t>1.1m</a:t>
              </a:r>
              <a:r>
                <a:rPr lang="en-US" sz="800" noProof="0" dirty="0"/>
                <a:t> (</a:t>
              </a:r>
              <a:r>
                <a:rPr lang="en-US" sz="800" dirty="0"/>
                <a:t>37</a:t>
              </a:r>
              <a:r>
                <a:rPr lang="en-US" sz="800" noProof="0" dirty="0"/>
                <a:t>%)</a:t>
              </a:r>
            </a:p>
            <a:p>
              <a:pPr marL="0" indent="0">
                <a:lnSpc>
                  <a:spcPct val="90000"/>
                </a:lnSpc>
                <a:spcAft>
                  <a:spcPts val="600"/>
                </a:spcAft>
                <a:buNone/>
              </a:pPr>
              <a:r>
                <a:rPr lang="en-US" sz="800" b="1" noProof="0" dirty="0"/>
                <a:t>Owners:</a:t>
              </a:r>
              <a:r>
                <a:rPr lang="en-US" sz="800" b="1" dirty="0"/>
                <a:t> </a:t>
              </a:r>
              <a:r>
                <a:rPr lang="en-US" sz="800" noProof="0" dirty="0"/>
                <a:t>Peter Kühn (100%)</a:t>
              </a:r>
            </a:p>
            <a:p>
              <a:pPr marL="0" indent="0">
                <a:lnSpc>
                  <a:spcPct val="90000"/>
                </a:lnSpc>
                <a:spcAft>
                  <a:spcPts val="600"/>
                </a:spcAft>
                <a:buNone/>
              </a:pPr>
              <a:r>
                <a:rPr lang="en-US" sz="800" b="1" dirty="0"/>
                <a:t>Managers:</a:t>
              </a:r>
              <a:r>
                <a:rPr lang="en-US" sz="800" dirty="0"/>
                <a:t> Peter Kühn (Managing Director)</a:t>
              </a:r>
              <a:endParaRPr lang="en-US" sz="800" noProof="0" dirty="0"/>
            </a:p>
            <a:p>
              <a:pPr marL="0" indent="0">
                <a:lnSpc>
                  <a:spcPct val="90000"/>
                </a:lnSpc>
                <a:spcAft>
                  <a:spcPts val="600"/>
                </a:spcAft>
                <a:buNone/>
              </a:pPr>
              <a:r>
                <a:rPr lang="en-US" sz="800" b="1" noProof="0" dirty="0"/>
                <a:t>No of employees:</a:t>
              </a:r>
              <a:r>
                <a:rPr lang="en-US" sz="800" noProof="0" dirty="0"/>
                <a:t> 22.5</a:t>
              </a:r>
              <a:r>
                <a:rPr lang="en-US" sz="800" dirty="0"/>
                <a:t> FTEs </a:t>
              </a:r>
            </a:p>
            <a:p>
              <a:pPr marL="0" indent="0">
                <a:lnSpc>
                  <a:spcPct val="90000"/>
                </a:lnSpc>
                <a:spcAft>
                  <a:spcPts val="600"/>
                </a:spcAft>
                <a:buNone/>
              </a:pPr>
              <a:r>
                <a:rPr lang="en-US" sz="800" b="1" noProof="0" dirty="0"/>
                <a:t>Source:</a:t>
              </a:r>
              <a:r>
                <a:rPr lang="en-US" sz="800" noProof="0" dirty="0"/>
                <a:t> CIM received on 06.11.2025 </a:t>
              </a:r>
              <a:endParaRPr lang="en-US" sz="700" i="1" noProof="0" dirty="0"/>
            </a:p>
          </p:txBody>
        </p:sp>
        <p:cxnSp>
          <p:nvCxnSpPr>
            <p:cNvPr id="12" name="Gerader Verbinder 12">
              <a:extLst>
                <a:ext uri="{FF2B5EF4-FFF2-40B4-BE49-F238E27FC236}">
                  <a16:creationId xmlns:a16="http://schemas.microsoft.com/office/drawing/2014/main" id="{83BFE0A7-A212-4C9A-6516-001D04B8CF6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83382" y="1557338"/>
              <a:ext cx="160655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17DE13E1-F96E-FBC4-E9DA-D59C4B9F10DC}"/>
                </a:ext>
              </a:extLst>
            </p:cNvPr>
            <p:cNvSpPr txBox="1"/>
            <p:nvPr/>
          </p:nvSpPr>
          <p:spPr>
            <a:xfrm>
              <a:off x="383382" y="1349961"/>
              <a:ext cx="1606550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0" b="1" noProof="0" dirty="0">
                  <a:solidFill>
                    <a:schemeClr val="tx2"/>
                  </a:solidFill>
                </a:rPr>
                <a:t>Key Facts</a:t>
              </a:r>
            </a:p>
          </p:txBody>
        </p:sp>
      </p:grpSp>
      <p:sp>
        <p:nvSpPr>
          <p:cNvPr id="123" name="TextBox 122">
            <a:extLst>
              <a:ext uri="{FF2B5EF4-FFF2-40B4-BE49-F238E27FC236}">
                <a16:creationId xmlns:a16="http://schemas.microsoft.com/office/drawing/2014/main" id="{0F6F6DD5-08D1-69AF-2CA0-4F7E01712814}"/>
              </a:ext>
            </a:extLst>
          </p:cNvPr>
          <p:cNvSpPr txBox="1"/>
          <p:nvPr/>
        </p:nvSpPr>
        <p:spPr>
          <a:xfrm>
            <a:off x="7260432" y="1356427"/>
            <a:ext cx="1489869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b="1" noProof="0" dirty="0">
                <a:solidFill>
                  <a:srgbClr val="223F6A"/>
                </a:solidFill>
              </a:rPr>
              <a:t>Investment</a:t>
            </a:r>
            <a:r>
              <a:rPr lang="en-US" sz="1100" b="1" noProof="0" dirty="0">
                <a:solidFill>
                  <a:srgbClr val="FF0000"/>
                </a:solidFill>
              </a:rPr>
              <a:t> </a:t>
            </a:r>
            <a:r>
              <a:rPr lang="en-US" sz="1100" b="1" noProof="0" dirty="0">
                <a:solidFill>
                  <a:srgbClr val="223F6A"/>
                </a:solidFill>
              </a:rPr>
              <a:t>Rationale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EA60035D-169F-BD01-5B69-60101B6452FD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7242175" y="3471863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800" noProof="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  <a:endParaRPr lang="en-US" sz="800" noProof="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02E389C2-60EC-2316-1273-DFC10B8780AB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7242175" y="3589338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800" noProof="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  <a:endParaRPr lang="en-US" sz="800" noProof="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B182E04C-F920-FC4F-25CB-C57D50B21868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7242175" y="3708400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800" noProof="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  <a:endParaRPr lang="en-US" sz="800" noProof="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00238CCC-116C-A9B1-CF8C-EDABD1DDE604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7242175" y="3821113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800" noProof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endParaRPr lang="en-US" sz="800" noProof="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A1436F10-34D0-59E9-642A-25BD29E1729C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8164513" y="3354388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800" noProof="0" dirty="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E949D2A0-B7DA-E75E-322A-05466628BD3E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8164513" y="3471863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800" noProof="0" dirty="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8E17C6FD-07E6-FD9F-2110-13CF8904ACB7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8164513" y="3589338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800" noProof="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  <a:endParaRPr lang="en-US" sz="800" noProof="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2F0474ED-0778-3E45-BA32-FA0485E85908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8164513" y="3708400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800" noProof="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  <a:endParaRPr lang="en-US" sz="800" noProof="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cxnSp>
        <p:nvCxnSpPr>
          <p:cNvPr id="136" name="Gerader Verbinder 17">
            <a:extLst>
              <a:ext uri="{FF2B5EF4-FFF2-40B4-BE49-F238E27FC236}">
                <a16:creationId xmlns:a16="http://schemas.microsoft.com/office/drawing/2014/main" id="{D3013C79-7CBF-27F8-FA38-366BE184F395}"/>
              </a:ext>
            </a:extLst>
          </p:cNvPr>
          <p:cNvCxnSpPr>
            <a:cxnSpLocks/>
          </p:cNvCxnSpPr>
          <p:nvPr/>
        </p:nvCxnSpPr>
        <p:spPr bwMode="auto">
          <a:xfrm>
            <a:off x="7251303" y="3265777"/>
            <a:ext cx="149225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69758909-7478-CBBB-DADE-55862CF2B547}"/>
              </a:ext>
            </a:extLst>
          </p:cNvPr>
          <p:cNvSpPr txBox="1"/>
          <p:nvPr/>
        </p:nvSpPr>
        <p:spPr>
          <a:xfrm>
            <a:off x="7260432" y="3065548"/>
            <a:ext cx="1489869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b="1" noProof="0" dirty="0">
                <a:solidFill>
                  <a:srgbClr val="223F6A"/>
                </a:solidFill>
              </a:rPr>
              <a:t>Investment Criteria</a:t>
            </a:r>
          </a:p>
        </p:txBody>
      </p:sp>
      <p:sp>
        <p:nvSpPr>
          <p:cNvPr id="138" name="Rechteck 5">
            <a:extLst>
              <a:ext uri="{FF2B5EF4-FFF2-40B4-BE49-F238E27FC236}">
                <a16:creationId xmlns:a16="http://schemas.microsoft.com/office/drawing/2014/main" id="{5BB71CF7-7650-F3E4-49B8-F562688AEB05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2190361" y="1339850"/>
            <a:ext cx="2346736" cy="166961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algn="tl" rotWithShape="0">
              <a:prstClr val="black"/>
            </a:outerShdw>
          </a:effectLst>
        </p:spPr>
        <p:txBody>
          <a:bodyPr rot="0" spcFirstLastPara="0" vertOverflow="overflow" horzOverflow="overflow" vert="horz" wrap="square" lIns="36000" tIns="36000" rIns="108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1pPr>
            <a:lvl2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2pPr>
            <a:lvl3pPr marL="53816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3pPr>
            <a:lvl4pPr marL="90011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4pPr>
            <a:lvl5pPr marL="1254125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5pPr>
            <a:lvl6pPr marL="14890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6pPr>
            <a:lvl7pPr marL="19462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7pPr>
            <a:lvl8pPr marL="24034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8pPr>
            <a:lvl9pPr marL="28606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800" i="1" noProof="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800" i="1" noProof="0" dirty="0"/>
          </a:p>
          <a:p>
            <a:pPr marL="88900" indent="-84138" algn="just"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800" dirty="0"/>
              <a:t>Multidisciplinary dental </a:t>
            </a:r>
            <a:r>
              <a:rPr lang="en-US" sz="800" dirty="0" err="1"/>
              <a:t>centre</a:t>
            </a:r>
            <a:r>
              <a:rPr lang="en-US" sz="800" dirty="0"/>
              <a:t> in Cologne offering full-service treatments incl. implantology, Invisalign, and sedation dentistry</a:t>
            </a:r>
          </a:p>
          <a:p>
            <a:pPr marL="88900" indent="-84138" algn="just"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800" dirty="0"/>
              <a:t>Operates own in-house lab enabling high-quality, fast-turnaround prosthetics and strong margins</a:t>
            </a:r>
          </a:p>
          <a:p>
            <a:pPr marL="88900" indent="-84138" algn="just"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800" dirty="0"/>
              <a:t>Revenues mainly from treatments and lab services, with high share of non-regulated, cash-pay segments</a:t>
            </a:r>
          </a:p>
          <a:p>
            <a:pPr marL="4762" indent="0" algn="just">
              <a:spcAft>
                <a:spcPts val="600"/>
              </a:spcAft>
              <a:buClr>
                <a:schemeClr val="tx2"/>
              </a:buClr>
              <a:buNone/>
            </a:pPr>
            <a:endParaRPr lang="en-US" sz="800" dirty="0"/>
          </a:p>
        </p:txBody>
      </p:sp>
      <p:cxnSp>
        <p:nvCxnSpPr>
          <p:cNvPr id="139" name="Gerader Verbinder 12">
            <a:extLst>
              <a:ext uri="{FF2B5EF4-FFF2-40B4-BE49-F238E27FC236}">
                <a16:creationId xmlns:a16="http://schemas.microsoft.com/office/drawing/2014/main" id="{D608E8FF-73F4-BFB6-A072-70FACBE3569A}"/>
              </a:ext>
            </a:extLst>
          </p:cNvPr>
          <p:cNvCxnSpPr>
            <a:cxnSpLocks/>
          </p:cNvCxnSpPr>
          <p:nvPr/>
        </p:nvCxnSpPr>
        <p:spPr bwMode="auto">
          <a:xfrm>
            <a:off x="2241699" y="1584531"/>
            <a:ext cx="2209205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F31239F6-7122-8938-2F39-02F349D4F079}"/>
              </a:ext>
            </a:extLst>
          </p:cNvPr>
          <p:cNvSpPr txBox="1"/>
          <p:nvPr/>
        </p:nvSpPr>
        <p:spPr>
          <a:xfrm>
            <a:off x="2241698" y="1377154"/>
            <a:ext cx="220920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b="1" noProof="0" dirty="0">
                <a:solidFill>
                  <a:schemeClr val="tx2"/>
                </a:solidFill>
              </a:rPr>
              <a:t>Description</a:t>
            </a:r>
            <a:endParaRPr lang="en-US" sz="800" b="1" noProof="0" dirty="0">
              <a:solidFill>
                <a:schemeClr val="tx2"/>
              </a:solidFill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50AAFF5-AF40-FF9B-6516-4711CE37334B}"/>
              </a:ext>
            </a:extLst>
          </p:cNvPr>
          <p:cNvGrpSpPr/>
          <p:nvPr/>
        </p:nvGrpSpPr>
        <p:grpSpPr>
          <a:xfrm>
            <a:off x="4702404" y="1339849"/>
            <a:ext cx="2346736" cy="1673225"/>
            <a:chOff x="4736690" y="1307456"/>
            <a:chExt cx="2346736" cy="1610896"/>
          </a:xfrm>
        </p:grpSpPr>
        <p:sp>
          <p:nvSpPr>
            <p:cNvPr id="15" name="Rechteck 5">
              <a:extLst>
                <a:ext uri="{FF2B5EF4-FFF2-40B4-BE49-F238E27FC236}">
                  <a16:creationId xmlns:a16="http://schemas.microsoft.com/office/drawing/2014/main" id="{08F602E6-555C-764C-5F7E-CA0E3FB3AC44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4736690" y="1307456"/>
              <a:ext cx="2346736" cy="161089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  <a:effectLst>
              <a:outerShdw algn="tl" rotWithShape="0">
                <a:prstClr val="black"/>
              </a:outerShdw>
            </a:effectLst>
          </p:spPr>
          <p:txBody>
            <a:bodyPr rot="0" spcFirstLastPara="0" vertOverflow="overflow" horzOverflow="overflow" vert="horz" wrap="square" lIns="36000" tIns="36000" rIns="1080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185738" indent="-180975" algn="l" rtl="0" eaLnBrk="1" fontAlgn="base" hangingPunct="1">
                <a:buClr>
                  <a:schemeClr val="tx1"/>
                </a:buClr>
                <a:buFont typeface="Calibri" panose="020F0502020204030204" pitchFamily="34" charset="0"/>
                <a:buChar char="–"/>
              </a:lvl1pPr>
              <a:lvl2pPr marL="185738" indent="-180975" algn="l" rtl="0" eaLnBrk="1" fontAlgn="base" hangingPunct="1">
                <a:buClr>
                  <a:schemeClr val="tx1"/>
                </a:buClr>
                <a:buFont typeface="Calibri" panose="020F0502020204030204" pitchFamily="34" charset="0"/>
                <a:buChar char="–"/>
              </a:lvl2pPr>
              <a:lvl3pPr marL="538163" indent="-180975" algn="l" rtl="0" eaLnBrk="1" fontAlgn="base" hangingPunct="1">
                <a:buClr>
                  <a:schemeClr val="tx1"/>
                </a:buClr>
                <a:buFont typeface="Calibri" panose="020F0502020204030204" pitchFamily="34" charset="0"/>
                <a:buChar char="–"/>
              </a:lvl3pPr>
              <a:lvl4pPr marL="900113" indent="-180975" algn="l" rtl="0" eaLnBrk="1" fontAlgn="base" hangingPunct="1">
                <a:buClr>
                  <a:schemeClr val="tx1"/>
                </a:buClr>
                <a:buFont typeface="Calibri" panose="020F0502020204030204" pitchFamily="34" charset="0"/>
                <a:buChar char="–"/>
              </a:lvl4pPr>
              <a:lvl5pPr marL="1254125" indent="-180975" algn="l" rtl="0" eaLnBrk="1" fontAlgn="base" hangingPunct="1">
                <a:buClr>
                  <a:schemeClr val="tx1"/>
                </a:buClr>
                <a:buFont typeface="Calibri" panose="020F0502020204030204" pitchFamily="34" charset="0"/>
                <a:buChar char="–"/>
              </a:lvl5pPr>
              <a:lvl6pPr marL="1489075" indent="-176213" algn="l" rtl="0" eaLnBrk="1" fontAlgn="base" hangingPunct="1">
                <a:buClr>
                  <a:schemeClr val="tx1"/>
                </a:buClr>
                <a:buFont typeface="Verdana" pitchFamily="34" charset="0"/>
                <a:buChar char="-"/>
              </a:lvl6pPr>
              <a:lvl7pPr marL="1946275" indent="-176213" algn="l" rtl="0" eaLnBrk="1" fontAlgn="base" hangingPunct="1">
                <a:buClr>
                  <a:schemeClr val="tx1"/>
                </a:buClr>
                <a:buFont typeface="Verdana" pitchFamily="34" charset="0"/>
                <a:buChar char="-"/>
              </a:lvl7pPr>
              <a:lvl8pPr marL="2403475" indent="-176213" algn="l" rtl="0" eaLnBrk="1" fontAlgn="base" hangingPunct="1">
                <a:buClr>
                  <a:schemeClr val="tx1"/>
                </a:buClr>
                <a:buFont typeface="Verdana" pitchFamily="34" charset="0"/>
                <a:buChar char="-"/>
              </a:lvl8pPr>
              <a:lvl9pPr marL="2860675" indent="-176213" algn="l" rtl="0" eaLnBrk="1" fontAlgn="base" hangingPunct="1">
                <a:buClr>
                  <a:schemeClr val="tx1"/>
                </a:buClr>
                <a:buFont typeface="Verdana" pitchFamily="34" charset="0"/>
                <a:buChar char="-"/>
              </a:lvl9pPr>
            </a:lstStyle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800" i="1" noProof="0" dirty="0"/>
            </a:p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800" i="1" noProof="0" dirty="0"/>
            </a:p>
            <a:p>
              <a:pPr marL="88900" indent="-84138" algn="just">
                <a:spcAft>
                  <a:spcPts val="6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</a:pPr>
              <a:r>
                <a:rPr lang="en-US" sz="800" dirty="0"/>
                <a:t>Revenue mix increasingly focused on high-margin, non-regulated services, while conservative treatments have been reduced due to lower profitability.</a:t>
              </a:r>
            </a:p>
            <a:p>
              <a:pPr marL="88900" indent="-84138" algn="just">
                <a:spcAft>
                  <a:spcPts val="6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</a:pPr>
              <a:r>
                <a:rPr lang="en-US" sz="800" noProof="0" dirty="0"/>
                <a:t>Revenue Split:</a:t>
              </a:r>
            </a:p>
          </p:txBody>
        </p:sp>
        <p:cxnSp>
          <p:nvCxnSpPr>
            <p:cNvPr id="16" name="Gerader Verbinder 12">
              <a:extLst>
                <a:ext uri="{FF2B5EF4-FFF2-40B4-BE49-F238E27FC236}">
                  <a16:creationId xmlns:a16="http://schemas.microsoft.com/office/drawing/2014/main" id="{5360A02B-F1AD-9E9F-CD92-92EDB801467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788028" y="1552137"/>
              <a:ext cx="2209205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223B066-2ABE-08F7-D584-FA4DEA8A49FD}"/>
                </a:ext>
              </a:extLst>
            </p:cNvPr>
            <p:cNvSpPr txBox="1"/>
            <p:nvPr/>
          </p:nvSpPr>
          <p:spPr>
            <a:xfrm>
              <a:off x="4788027" y="1344760"/>
              <a:ext cx="2209205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0" b="1" noProof="0" dirty="0">
                  <a:solidFill>
                    <a:schemeClr val="tx2"/>
                  </a:solidFill>
                </a:rPr>
                <a:t>Product &amp; Service Portfolio</a:t>
              </a:r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68544B9B-DE71-C568-B89A-09F2B95BDBD0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7242175" y="2849563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800" noProof="0" dirty="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222D64D-C14C-640D-A714-7F36430F4992}"/>
              </a:ext>
            </a:extLst>
          </p:cNvPr>
          <p:cNvSpPr/>
          <p:nvPr>
            <p:custDataLst>
              <p:tags r:id="rId23"/>
            </p:custDataLst>
          </p:nvPr>
        </p:nvSpPr>
        <p:spPr bwMode="auto">
          <a:xfrm>
            <a:off x="8164513" y="2844800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800" noProof="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CD62038-C3E8-7774-58E7-0262A821E42F}"/>
              </a:ext>
            </a:extLst>
          </p:cNvPr>
          <p:cNvSpPr txBox="1"/>
          <p:nvPr/>
        </p:nvSpPr>
        <p:spPr>
          <a:xfrm>
            <a:off x="7262813" y="2790379"/>
            <a:ext cx="857097" cy="320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700" noProof="0" dirty="0">
                <a:sym typeface="Wingdings" panose="05000000000000000000" pitchFamily="2" charset="2"/>
              </a:rPr>
              <a:t>Portfolio CVII</a:t>
            </a:r>
          </a:p>
          <a:p>
            <a:pPr>
              <a:spcAft>
                <a:spcPts val="100"/>
              </a:spcAft>
            </a:pPr>
            <a:r>
              <a:rPr lang="en-US" sz="700" noProof="0" dirty="0">
                <a:sym typeface="Wingdings" panose="05000000000000000000" pitchFamily="2" charset="2"/>
              </a:rPr>
              <a:t>Vertical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04B107C-E8C5-FD53-34FE-1D3E58B86046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7242175" y="2967038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800" noProof="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61694C7-795A-9312-BA53-CE4C1772372C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8164513" y="2962275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800" noProof="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7ED3C24-687C-9273-8C80-399170383014}"/>
              </a:ext>
            </a:extLst>
          </p:cNvPr>
          <p:cNvSpPr txBox="1"/>
          <p:nvPr/>
        </p:nvSpPr>
        <p:spPr>
          <a:xfrm>
            <a:off x="8190823" y="2790379"/>
            <a:ext cx="620828" cy="320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700" noProof="0" dirty="0">
                <a:sym typeface="Wingdings" panose="05000000000000000000" pitchFamily="2" charset="2"/>
              </a:rPr>
              <a:t>Add-On</a:t>
            </a:r>
          </a:p>
          <a:p>
            <a:pPr>
              <a:spcAft>
                <a:spcPts val="100"/>
              </a:spcAft>
            </a:pPr>
            <a:r>
              <a:rPr lang="en-US" sz="700" noProof="0" dirty="0">
                <a:sym typeface="Wingdings" panose="05000000000000000000" pitchFamily="2" charset="2"/>
              </a:rPr>
              <a:t>Horizontal</a:t>
            </a:r>
          </a:p>
        </p:txBody>
      </p:sp>
      <p:sp>
        <p:nvSpPr>
          <p:cNvPr id="7" name="Rechteck 5">
            <a:extLst>
              <a:ext uri="{FF2B5EF4-FFF2-40B4-BE49-F238E27FC236}">
                <a16:creationId xmlns:a16="http://schemas.microsoft.com/office/drawing/2014/main" id="{305A4026-DB93-C61D-2139-51E7E2C2E39B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4740561" y="3287908"/>
            <a:ext cx="383253" cy="148019"/>
          </a:xfrm>
          <a:prstGeom prst="rect">
            <a:avLst/>
          </a:prstGeom>
          <a:noFill/>
          <a:ln w="6350">
            <a:noFill/>
          </a:ln>
          <a:effectLst>
            <a:outerShdw algn="tl" rotWithShape="0">
              <a:prstClr val="black"/>
            </a:outerShdw>
          </a:effectLst>
        </p:spPr>
        <p:txBody>
          <a:bodyPr rot="0" spcFirstLastPara="0" vertOverflow="overflow" horzOverflow="overflow" vert="horz" wrap="square" lIns="36000" tIns="3600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1pPr>
            <a:lvl2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2pPr>
            <a:lvl3pPr marL="53816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3pPr>
            <a:lvl4pPr marL="90011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4pPr>
            <a:lvl5pPr marL="1254125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5pPr>
            <a:lvl6pPr marL="14890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6pPr>
            <a:lvl7pPr marL="19462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7pPr>
            <a:lvl8pPr marL="24034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8pPr>
            <a:lvl9pPr marL="28606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9pPr>
          </a:lstStyle>
          <a:p>
            <a:pPr marL="0" indent="4763">
              <a:lnSpc>
                <a:spcPct val="100000"/>
              </a:lnSpc>
              <a:buNone/>
            </a:pPr>
            <a:r>
              <a:rPr lang="en-US" sz="600" i="1" noProof="0" dirty="0"/>
              <a:t>in EURm</a:t>
            </a:r>
            <a:endParaRPr lang="en-US" sz="800" i="1" noProof="0" dirty="0"/>
          </a:p>
        </p:txBody>
      </p:sp>
      <p:graphicFrame>
        <p:nvGraphicFramePr>
          <p:cNvPr id="1062" name="Chart 1061">
            <a:extLst>
              <a:ext uri="{FF2B5EF4-FFF2-40B4-BE49-F238E27FC236}">
                <a16:creationId xmlns:a16="http://schemas.microsoft.com/office/drawing/2014/main" id="{F554F2E5-6A8F-2EA2-BC18-FD8081342F8A}"/>
              </a:ext>
            </a:extLst>
          </p:cNvPr>
          <p:cNvGraphicFramePr/>
          <p:nvPr>
            <p:custDataLst>
              <p:tags r:id="rId27"/>
            </p:custDataLst>
            <p:extLst>
              <p:ext uri="{D42A27DB-BD31-4B8C-83A1-F6EECF244321}">
                <p14:modId xmlns:p14="http://schemas.microsoft.com/office/powerpoint/2010/main" val="3014466924"/>
              </p:ext>
            </p:extLst>
          </p:nvPr>
        </p:nvGraphicFramePr>
        <p:xfrm>
          <a:off x="4981575" y="3673475"/>
          <a:ext cx="2044700" cy="5857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9"/>
          </a:graphicData>
        </a:graphic>
      </p:graphicFrame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2D8A7E70-62C1-CBBA-BD22-0D99937871B0}"/>
              </a:ext>
            </a:extLst>
          </p:cNvPr>
          <p:cNvCxnSpPr>
            <a:cxnSpLocks/>
          </p:cNvCxnSpPr>
          <p:nvPr>
            <p:custDataLst>
              <p:tags r:id="rId28"/>
            </p:custDataLst>
          </p:nvPr>
        </p:nvCxnSpPr>
        <p:spPr bwMode="auto">
          <a:xfrm>
            <a:off x="5214938" y="3457575"/>
            <a:ext cx="939800" cy="1270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5" name="Straight Connector 1044">
            <a:extLst>
              <a:ext uri="{FF2B5EF4-FFF2-40B4-BE49-F238E27FC236}">
                <a16:creationId xmlns:a16="http://schemas.microsoft.com/office/drawing/2014/main" id="{26D9A774-151C-A8ED-F240-15A41B929A2B}"/>
              </a:ext>
            </a:extLst>
          </p:cNvPr>
          <p:cNvCxnSpPr/>
          <p:nvPr>
            <p:custDataLst>
              <p:tags r:id="rId29"/>
            </p:custDataLst>
          </p:nvPr>
        </p:nvCxnSpPr>
        <p:spPr bwMode="auto">
          <a:xfrm flipV="1">
            <a:off x="6154738" y="3465513"/>
            <a:ext cx="469900" cy="4762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9" name="Rectangle 188">
            <a:extLst>
              <a:ext uri="{FF2B5EF4-FFF2-40B4-BE49-F238E27FC236}">
                <a16:creationId xmlns:a16="http://schemas.microsoft.com/office/drawing/2014/main" id="{A791A6ED-748B-49C2-CCA8-C73FD403DAEA}"/>
              </a:ext>
            </a:extLst>
          </p:cNvPr>
          <p:cNvSpPr/>
          <p:nvPr>
            <p:custDataLst>
              <p:tags r:id="rId30"/>
            </p:custDataLst>
          </p:nvPr>
        </p:nvSpPr>
        <p:spPr bwMode="gray">
          <a:xfrm>
            <a:off x="5156200" y="3924300"/>
            <a:ext cx="117475" cy="82550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5CA9121-ADB0-456B-924B-96A1EFF9E82F}" type="datetime'3''''''''''''''''''''''''''.''''''''''''''''2'''''''''">
              <a:rPr lang="en-US" altLang="en-US" sz="600" smtClean="0">
                <a:solidFill>
                  <a:schemeClr val="bg1"/>
                </a:solidFill>
              </a:rPr>
              <a:pPr/>
              <a:t>3.2</a:t>
            </a:fld>
            <a:endParaRPr lang="en-US" sz="600" noProof="0" dirty="0">
              <a:solidFill>
                <a:schemeClr val="bg1"/>
              </a:solidFill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EEAFFD04-FC36-4D6B-5A82-DD0009B31E52}"/>
              </a:ext>
            </a:extLst>
          </p:cNvPr>
          <p:cNvSpPr/>
          <p:nvPr>
            <p:custDataLst>
              <p:tags r:id="rId31"/>
            </p:custDataLst>
          </p:nvPr>
        </p:nvSpPr>
        <p:spPr bwMode="gray">
          <a:xfrm>
            <a:off x="5324475" y="4073525"/>
            <a:ext cx="117475" cy="82550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88DE2189-2BB8-47E0-904C-FCA22FAC3010}" type="datetime'0''''''''''''''.''''''''''''''''''''''''''''''''''''''9'''">
              <a:rPr lang="en-US" altLang="en-US" sz="600" smtClean="0">
                <a:solidFill>
                  <a:schemeClr val="tx1"/>
                </a:solidFill>
              </a:rPr>
              <a:pPr/>
              <a:t>0.9</a:t>
            </a:fld>
            <a:endParaRPr lang="en-US" sz="600" noProof="0" dirty="0">
              <a:solidFill>
                <a:schemeClr val="tx1"/>
              </a:solidFill>
            </a:endParaRPr>
          </a:p>
        </p:txBody>
      </p:sp>
      <p:sp useBgFill="1">
        <p:nvSpPr>
          <p:cNvPr id="190" name="Rectangle 189">
            <a:extLst>
              <a:ext uri="{FF2B5EF4-FFF2-40B4-BE49-F238E27FC236}">
                <a16:creationId xmlns:a16="http://schemas.microsoft.com/office/drawing/2014/main" id="{F295EB24-479C-AC1A-D1EB-23E3623D75CD}"/>
              </a:ext>
            </a:extLst>
          </p:cNvPr>
          <p:cNvSpPr/>
          <p:nvPr>
            <p:custDataLst>
              <p:tags r:id="rId32"/>
            </p:custDataLst>
          </p:nvPr>
        </p:nvSpPr>
        <p:spPr bwMode="gray">
          <a:xfrm>
            <a:off x="5089525" y="3705225"/>
            <a:ext cx="209550" cy="82550"/>
          </a:xfrm>
          <a:prstGeom prst="rect">
            <a:avLst/>
          </a:pr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t"/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9321607A-88AB-4B05-9C25-711E5A38DD35}" type="datetime'''''2''''''''''''''''''''''''''9''''''''.''''0''''%'''''''">
              <a:rPr lang="en-US" altLang="en-US" sz="600" smtClean="0">
                <a:solidFill>
                  <a:schemeClr val="tx1"/>
                </a:solidFill>
              </a:rPr>
              <a:pPr/>
              <a:t>29.0%</a:t>
            </a:fld>
            <a:endParaRPr lang="en-US" sz="600" noProof="0" dirty="0">
              <a:solidFill>
                <a:schemeClr val="tx1"/>
              </a:solidFill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A5CBB8EB-50B6-C9E1-153A-AB5FA0606671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5194300" y="4202113"/>
            <a:ext cx="209550" cy="92075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39F7D811-EDD3-4AEB-964A-FA3C0B996273}" type="datetime'''''''F''Y''''''''''''2''''''2''''''''''''''''''A'''''''''">
              <a:rPr lang="en-US" altLang="en-US" sz="600" b="1" smtClean="0">
                <a:solidFill>
                  <a:schemeClr val="tx1"/>
                </a:solidFill>
              </a:rPr>
              <a:pPr/>
              <a:t>FY22A</a:t>
            </a:fld>
            <a:endParaRPr lang="en-US" sz="600" b="1" noProof="0" dirty="0">
              <a:solidFill>
                <a:schemeClr val="tx1"/>
              </a:solidFill>
            </a:endParaRP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39A521BC-D16A-49B1-94B9-C466F904409F}"/>
              </a:ext>
            </a:extLst>
          </p:cNvPr>
          <p:cNvSpPr/>
          <p:nvPr>
            <p:custDataLst>
              <p:tags r:id="rId34"/>
            </p:custDataLst>
          </p:nvPr>
        </p:nvSpPr>
        <p:spPr bwMode="gray">
          <a:xfrm>
            <a:off x="5626100" y="3943350"/>
            <a:ext cx="117475" cy="82550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B6230FF2-127F-4B5E-812F-C69721B5C600}" type="datetime'''''''''''''''2''''''.9'''">
              <a:rPr lang="en-US" altLang="en-US" sz="600" smtClean="0">
                <a:solidFill>
                  <a:schemeClr val="bg1"/>
                </a:solidFill>
              </a:rPr>
              <a:pPr/>
              <a:t>2.9</a:t>
            </a:fld>
            <a:endParaRPr lang="en-US" sz="600" noProof="0" dirty="0">
              <a:solidFill>
                <a:schemeClr val="bg1"/>
              </a:solidFill>
            </a:endParaRP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417E5653-D9EB-6855-A19F-EC8C7CF00067}"/>
              </a:ext>
            </a:extLst>
          </p:cNvPr>
          <p:cNvSpPr/>
          <p:nvPr>
            <p:custDataLst>
              <p:tags r:id="rId35"/>
            </p:custDataLst>
          </p:nvPr>
        </p:nvSpPr>
        <p:spPr bwMode="gray">
          <a:xfrm>
            <a:off x="5794375" y="4073525"/>
            <a:ext cx="117475" cy="82550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9AF53C5-5881-42D2-8F66-2C5C3C2A0350}" type="datetime'''''''0''''''''''''''''''''''''''''''''''''.9'''''''''''">
              <a:rPr lang="en-US" altLang="en-US" sz="600" smtClean="0">
                <a:solidFill>
                  <a:schemeClr val="tx1"/>
                </a:solidFill>
              </a:rPr>
              <a:pPr/>
              <a:t>0.9</a:t>
            </a:fld>
            <a:endParaRPr lang="en-US" sz="600" noProof="0" dirty="0">
              <a:solidFill>
                <a:schemeClr val="tx1"/>
              </a:solidFill>
            </a:endParaRP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51EE232B-DF8E-B3D6-990E-28E342C197C4}"/>
              </a:ext>
            </a:extLst>
          </p:cNvPr>
          <p:cNvSpPr/>
          <p:nvPr>
            <p:custDataLst>
              <p:tags r:id="rId36"/>
            </p:custDataLst>
          </p:nvPr>
        </p:nvSpPr>
        <p:spPr bwMode="gray">
          <a:xfrm>
            <a:off x="5664200" y="3681413"/>
            <a:ext cx="209550" cy="82550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C1D83A3C-A31C-4026-91BD-BEAB3CE81342}" type="datetime'''''''''''''''''''''''3''1''''''.7''''''''''''''%'''''''''''">
              <a:rPr lang="en-US" altLang="en-US" sz="600" smtClean="0">
                <a:solidFill>
                  <a:schemeClr val="tx1"/>
                </a:solidFill>
              </a:rPr>
              <a:pPr/>
              <a:t>31.7%</a:t>
            </a:fld>
            <a:endParaRPr lang="en-US" sz="600" noProof="0" dirty="0">
              <a:solidFill>
                <a:schemeClr val="tx1"/>
              </a:solidFill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CC38ED3E-D7D0-C83D-3B73-DFDEAEC5F60E}"/>
              </a:ext>
            </a:extLst>
          </p:cNvPr>
          <p:cNvSpPr/>
          <p:nvPr>
            <p:custDataLst>
              <p:tags r:id="rId37"/>
            </p:custDataLst>
          </p:nvPr>
        </p:nvSpPr>
        <p:spPr bwMode="auto">
          <a:xfrm>
            <a:off x="5664200" y="4202113"/>
            <a:ext cx="209550" cy="92075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1F68E576-C9A0-4BE4-9BB3-5E5C9413B27D}" type="datetime'''''''''''''''''''''''''''''''''''''''''''''F''Y23''''''''A'">
              <a:rPr lang="en-US" altLang="en-US" sz="600" b="1" smtClean="0">
                <a:solidFill>
                  <a:schemeClr val="tx1"/>
                </a:solidFill>
              </a:rPr>
              <a:pPr/>
              <a:t>FY23A</a:t>
            </a:fld>
            <a:endParaRPr lang="en-US" sz="600" b="1" noProof="0" dirty="0">
              <a:solidFill>
                <a:schemeClr val="tx1"/>
              </a:solidFill>
            </a:endParaRP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80D768F6-80E9-4103-032A-4C9E6BEF91D6}"/>
              </a:ext>
            </a:extLst>
          </p:cNvPr>
          <p:cNvSpPr/>
          <p:nvPr>
            <p:custDataLst>
              <p:tags r:id="rId38"/>
            </p:custDataLst>
          </p:nvPr>
        </p:nvSpPr>
        <p:spPr bwMode="gray">
          <a:xfrm>
            <a:off x="6096000" y="3930650"/>
            <a:ext cx="117475" cy="82550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D5F8F3B-659E-4867-96AF-7B343F58030A}" type="datetime'''3''''''''''.''''''''''1'''''''">
              <a:rPr lang="en-US" altLang="en-US" sz="600" smtClean="0">
                <a:solidFill>
                  <a:schemeClr val="bg1"/>
                </a:solidFill>
              </a:rPr>
              <a:pPr/>
              <a:t>3.1</a:t>
            </a:fld>
            <a:endParaRPr lang="en-US" sz="600" noProof="0" dirty="0">
              <a:solidFill>
                <a:schemeClr val="bg1"/>
              </a:solidFill>
            </a:endParaRP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AF2EFF95-1B08-CF6C-D13E-A856D8602C8B}"/>
              </a:ext>
            </a:extLst>
          </p:cNvPr>
          <p:cNvSpPr/>
          <p:nvPr>
            <p:custDataLst>
              <p:tags r:id="rId39"/>
            </p:custDataLst>
          </p:nvPr>
        </p:nvSpPr>
        <p:spPr bwMode="gray">
          <a:xfrm>
            <a:off x="6264275" y="4059238"/>
            <a:ext cx="117475" cy="82550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C1ED36B5-C2F2-482E-AF17-6C37E9B66F78}" type="datetime'''''''''''''''''''''''1.''''1'''''''''''''''''''''''''''''''''">
              <a:rPr lang="en-US" altLang="en-US" sz="600" smtClean="0">
                <a:solidFill>
                  <a:schemeClr val="tx1"/>
                </a:solidFill>
              </a:rPr>
              <a:pPr/>
              <a:t>1.1</a:t>
            </a:fld>
            <a:endParaRPr lang="en-US" sz="600" noProof="0" dirty="0">
              <a:solidFill>
                <a:schemeClr val="tx1"/>
              </a:solidFill>
            </a:endParaRP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5C2BF388-8486-4F23-081F-E5348C25C876}"/>
              </a:ext>
            </a:extLst>
          </p:cNvPr>
          <p:cNvSpPr/>
          <p:nvPr>
            <p:custDataLst>
              <p:tags r:id="rId40"/>
            </p:custDataLst>
          </p:nvPr>
        </p:nvSpPr>
        <p:spPr bwMode="gray">
          <a:xfrm>
            <a:off x="6134100" y="3635375"/>
            <a:ext cx="209550" cy="82550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D627E1D-43C1-4E28-A67B-6F7E4577CE75}" type="datetime'''''''3''7''.''0''''''''%'''''''''''''''''''''''''''''''''">
              <a:rPr lang="en-US" altLang="en-US" sz="600" smtClean="0">
                <a:solidFill>
                  <a:schemeClr val="tx1"/>
                </a:solidFill>
              </a:rPr>
              <a:pPr/>
              <a:t>37.0%</a:t>
            </a:fld>
            <a:endParaRPr lang="en-US" sz="600" noProof="0" dirty="0">
              <a:solidFill>
                <a:schemeClr val="tx1"/>
              </a:solidFill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757E82E1-3F05-0AFA-F3DE-1EB07CDE360E}"/>
              </a:ext>
            </a:extLst>
          </p:cNvPr>
          <p:cNvSpPr/>
          <p:nvPr>
            <p:custDataLst>
              <p:tags r:id="rId41"/>
            </p:custDataLst>
          </p:nvPr>
        </p:nvSpPr>
        <p:spPr bwMode="auto">
          <a:xfrm>
            <a:off x="6134100" y="4202113"/>
            <a:ext cx="209550" cy="92075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FB7EDBAA-28DF-4336-9C30-BE67B18EC88E}" type="datetime'''FY''''''''''''''2''''''''''''''''''''''4''''''''''''''A'''''">
              <a:rPr lang="en-US" altLang="en-US" sz="600" b="1" smtClean="0">
                <a:solidFill>
                  <a:schemeClr val="tx1"/>
                </a:solidFill>
              </a:rPr>
              <a:pPr/>
              <a:t>FY24A</a:t>
            </a:fld>
            <a:endParaRPr lang="en-US" sz="600" b="1" noProof="0" dirty="0">
              <a:solidFill>
                <a:schemeClr val="tx1"/>
              </a:solidFill>
            </a:endParaRPr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8D8434AD-5517-6236-5AD4-E2A10713862C}"/>
              </a:ext>
            </a:extLst>
          </p:cNvPr>
          <p:cNvSpPr/>
          <p:nvPr>
            <p:custDataLst>
              <p:tags r:id="rId42"/>
            </p:custDataLst>
          </p:nvPr>
        </p:nvSpPr>
        <p:spPr bwMode="gray">
          <a:xfrm>
            <a:off x="6565900" y="3929063"/>
            <a:ext cx="117475" cy="82550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0D7F024-6C9A-43F9-9BE3-89BA3FEA21AE}" type="datetime'''''3''''''''.1'''''''''''''''''''''''''''''''''''''">
              <a:rPr lang="en-US" altLang="en-US" sz="600" smtClean="0">
                <a:solidFill>
                  <a:schemeClr val="bg1"/>
                </a:solidFill>
              </a:rPr>
              <a:pPr/>
              <a:t>3.1</a:t>
            </a:fld>
            <a:endParaRPr lang="en-US" sz="600" noProof="0" dirty="0">
              <a:solidFill>
                <a:schemeClr val="bg1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255E56A-A789-98EF-EE09-A06851E4E301}"/>
              </a:ext>
            </a:extLst>
          </p:cNvPr>
          <p:cNvSpPr/>
          <p:nvPr>
            <p:custDataLst>
              <p:tags r:id="rId43"/>
            </p:custDataLst>
          </p:nvPr>
        </p:nvSpPr>
        <p:spPr bwMode="gray">
          <a:xfrm>
            <a:off x="6734175" y="4056063"/>
            <a:ext cx="117475" cy="82550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4D603D07-0094-483C-B310-73C113D9CC88}" type="datetime'''1''''''''''''''''.''''2'''''''''''''''''''">
              <a:rPr lang="en-US" altLang="en-US" sz="600" smtClean="0">
                <a:solidFill>
                  <a:schemeClr val="tx1"/>
                </a:solidFill>
              </a:rPr>
              <a:pPr/>
              <a:t>1.2</a:t>
            </a:fld>
            <a:endParaRPr lang="en-US" sz="600" noProof="0" dirty="0">
              <a:solidFill>
                <a:schemeClr val="tx1"/>
              </a:solidFill>
            </a:endParaRPr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6539C4C7-187A-5D2B-BDA9-F9DF49BF7241}"/>
              </a:ext>
            </a:extLst>
          </p:cNvPr>
          <p:cNvSpPr/>
          <p:nvPr>
            <p:custDataLst>
              <p:tags r:id="rId44"/>
            </p:custDataLst>
          </p:nvPr>
        </p:nvSpPr>
        <p:spPr bwMode="gray">
          <a:xfrm>
            <a:off x="6604000" y="3624263"/>
            <a:ext cx="209550" cy="82550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E53FDE2-436A-4BC3-9EF9-419A86615C0C}" type="datetime'''3''''''''''''''''8''''''.''''''''''''''''''''''2''%'''''">
              <a:rPr lang="en-US" altLang="en-US" sz="600" smtClean="0">
                <a:solidFill>
                  <a:schemeClr val="tx1"/>
                </a:solidFill>
              </a:rPr>
              <a:pPr/>
              <a:t>38.2%</a:t>
            </a:fld>
            <a:endParaRPr lang="en-US" sz="600" noProof="0" dirty="0">
              <a:solidFill>
                <a:schemeClr val="tx1"/>
              </a:solidFill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FE9F60AB-4710-73B2-A2E4-9C7B2224C6DD}"/>
              </a:ext>
            </a:extLst>
          </p:cNvPr>
          <p:cNvSpPr/>
          <p:nvPr>
            <p:custDataLst>
              <p:tags r:id="rId45"/>
            </p:custDataLst>
          </p:nvPr>
        </p:nvSpPr>
        <p:spPr bwMode="auto">
          <a:xfrm>
            <a:off x="6607175" y="4202113"/>
            <a:ext cx="204788" cy="92075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F88F29B9-B507-4955-9FF7-5AE89324E2BD}" type="datetime'''F''''''Y''''''''''''2''''5''''''''''''''''P'''">
              <a:rPr lang="en-US" altLang="en-US" sz="600" b="1" smtClean="0">
                <a:solidFill>
                  <a:schemeClr val="tx1"/>
                </a:solidFill>
              </a:rPr>
              <a:pPr/>
              <a:t>FY25P</a:t>
            </a:fld>
            <a:endParaRPr lang="en-US" sz="600" b="1" noProof="0" dirty="0">
              <a:solidFill>
                <a:schemeClr val="tx1"/>
              </a:solidFill>
            </a:endParaRP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67EBDC3C-6638-9C49-75A0-0D422E9BD8F5}"/>
              </a:ext>
            </a:extLst>
          </p:cNvPr>
          <p:cNvSpPr/>
          <p:nvPr>
            <p:custDataLst>
              <p:tags r:id="rId46"/>
            </p:custDataLst>
          </p:nvPr>
        </p:nvSpPr>
        <p:spPr bwMode="auto">
          <a:xfrm>
            <a:off x="5561013" y="3398838"/>
            <a:ext cx="249238" cy="131763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3DA3FC81-D36E-4110-B677-831080C1CC5E}" type="datetime'''''''''''''''''''-''''1''''.''''''''''6''''''%'">
              <a:rPr lang="en-US" altLang="en-US" sz="600" b="1" smtClean="0">
                <a:solidFill>
                  <a:schemeClr val="tx1"/>
                </a:solidFill>
                <a:effectLst/>
              </a:rPr>
              <a:pPr/>
              <a:t>-1.6%</a:t>
            </a:fld>
            <a:endParaRPr lang="en-US" sz="600" b="1" dirty="0">
              <a:solidFill>
                <a:schemeClr val="tx1"/>
              </a:solidFill>
            </a:endParaRPr>
          </a:p>
        </p:txBody>
      </p:sp>
      <p:sp>
        <p:nvSpPr>
          <p:cNvPr id="1044" name="Oval 1043">
            <a:extLst>
              <a:ext uri="{FF2B5EF4-FFF2-40B4-BE49-F238E27FC236}">
                <a16:creationId xmlns:a16="http://schemas.microsoft.com/office/drawing/2014/main" id="{7F1FEB7F-DEE8-75F4-9322-7C010B068A5F}"/>
              </a:ext>
            </a:extLst>
          </p:cNvPr>
          <p:cNvSpPr/>
          <p:nvPr>
            <p:custDataLst>
              <p:tags r:id="rId47"/>
            </p:custDataLst>
          </p:nvPr>
        </p:nvSpPr>
        <p:spPr bwMode="auto">
          <a:xfrm>
            <a:off x="6254750" y="3402014"/>
            <a:ext cx="269875" cy="131763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A0AA1930-4E4E-4D65-851A-3830B95F515E}" type="datetime'''''''''''+''''''''''''''''''''1''''.4''%'''''''">
              <a:rPr lang="en-US" altLang="en-US" sz="600" b="1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+1.4%</a:t>
            </a:fld>
            <a:endParaRPr lang="en-US" sz="600" b="1" dirty="0">
              <a:solidFill>
                <a:schemeClr val="tx1"/>
              </a:solidFill>
            </a:endParaRPr>
          </a:p>
        </p:txBody>
      </p:sp>
      <p:cxnSp>
        <p:nvCxnSpPr>
          <p:cNvPr id="20" name="Gerader Verbinder 12">
            <a:extLst>
              <a:ext uri="{FF2B5EF4-FFF2-40B4-BE49-F238E27FC236}">
                <a16:creationId xmlns:a16="http://schemas.microsoft.com/office/drawing/2014/main" id="{1046D077-C1A5-4B21-0220-A86CAEE39F5C}"/>
              </a:ext>
            </a:extLst>
          </p:cNvPr>
          <p:cNvCxnSpPr>
            <a:cxnSpLocks/>
          </p:cNvCxnSpPr>
          <p:nvPr/>
        </p:nvCxnSpPr>
        <p:spPr bwMode="auto">
          <a:xfrm>
            <a:off x="2241699" y="3302769"/>
            <a:ext cx="2209205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10B19D0-133D-07E9-DC98-F7C5D992F636}"/>
              </a:ext>
            </a:extLst>
          </p:cNvPr>
          <p:cNvSpPr txBox="1"/>
          <p:nvPr/>
        </p:nvSpPr>
        <p:spPr>
          <a:xfrm>
            <a:off x="2241698" y="3095392"/>
            <a:ext cx="220920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b="1" noProof="0" dirty="0">
                <a:solidFill>
                  <a:schemeClr val="tx2"/>
                </a:solidFill>
              </a:rPr>
              <a:t>Customer Structure &amp; Competition</a:t>
            </a:r>
          </a:p>
        </p:txBody>
      </p:sp>
      <p:sp>
        <p:nvSpPr>
          <p:cNvPr id="19" name="Rechteck 5">
            <a:extLst>
              <a:ext uri="{FF2B5EF4-FFF2-40B4-BE49-F238E27FC236}">
                <a16:creationId xmlns:a16="http://schemas.microsoft.com/office/drawing/2014/main" id="{266B839B-F9E2-E28C-4C4D-B698EF2F695C}"/>
              </a:ext>
            </a:extLst>
          </p:cNvPr>
          <p:cNvSpPr/>
          <p:nvPr>
            <p:custDataLst>
              <p:tags r:id="rId48"/>
            </p:custDataLst>
          </p:nvPr>
        </p:nvSpPr>
        <p:spPr>
          <a:xfrm>
            <a:off x="2190361" y="3058088"/>
            <a:ext cx="2346736" cy="1591817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  <a:effectLst>
            <a:outerShdw algn="tl" rotWithShape="0">
              <a:prstClr val="black"/>
            </a:outerShdw>
          </a:effectLst>
        </p:spPr>
        <p:txBody>
          <a:bodyPr rot="0" spcFirstLastPara="0" vertOverflow="overflow" horzOverflow="overflow" vert="horz" wrap="square" lIns="36000" tIns="36000" rIns="108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1pPr>
            <a:lvl2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2pPr>
            <a:lvl3pPr marL="53816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3pPr>
            <a:lvl4pPr marL="90011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4pPr>
            <a:lvl5pPr marL="1254125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5pPr>
            <a:lvl6pPr marL="14890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6pPr>
            <a:lvl7pPr marL="19462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7pPr>
            <a:lvl8pPr marL="24034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8pPr>
            <a:lvl9pPr marL="28606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900" i="1" noProof="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900" i="1" noProof="0" dirty="0"/>
          </a:p>
          <a:p>
            <a:pPr marL="4762" indent="0" algn="just" fontAlgn="base">
              <a:spcAft>
                <a:spcPts val="600"/>
              </a:spcAft>
              <a:buClr>
                <a:schemeClr val="tx2"/>
              </a:buClr>
              <a:buNone/>
            </a:pPr>
            <a:endParaRPr lang="en-US" sz="800" noProof="0" dirty="0"/>
          </a:p>
          <a:p>
            <a:pPr marL="88900" indent="-84138" algn="just" fontAlgn="base"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endParaRPr lang="en-US" sz="800" noProof="0" dirty="0"/>
          </a:p>
        </p:txBody>
      </p:sp>
      <p:sp>
        <p:nvSpPr>
          <p:cNvPr id="98" name="AutoShape 12" descr="MAD Handels GmbH">
            <a:extLst>
              <a:ext uri="{FF2B5EF4-FFF2-40B4-BE49-F238E27FC236}">
                <a16:creationId xmlns:a16="http://schemas.microsoft.com/office/drawing/2014/main" id="{6C3E14BE-D085-4AA8-8989-298A706F46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EF58C01D-F91B-6590-BAF1-8289434CC87C}"/>
              </a:ext>
            </a:extLst>
          </p:cNvPr>
          <p:cNvSpPr txBox="1"/>
          <p:nvPr/>
        </p:nvSpPr>
        <p:spPr>
          <a:xfrm>
            <a:off x="2210998" y="3315885"/>
            <a:ext cx="2234002" cy="1107996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88900" indent="-84138" algn="just" fontAlgn="base"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800" dirty="0"/>
              <a:t>~2,500 patients per quarter across all age groups and insurance types, ensuring broad diversification</a:t>
            </a:r>
          </a:p>
          <a:p>
            <a:pPr marL="88900" indent="-84138" algn="just" fontAlgn="base"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800" dirty="0"/>
              <a:t>Multicultural and loyal patient base reflecting Cologne-Kalk’s demographics</a:t>
            </a:r>
          </a:p>
          <a:p>
            <a:pPr marL="88900" indent="-84138" algn="just" fontAlgn="base"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800" dirty="0"/>
              <a:t>Competes mainly with small local practices lacking integrated lab and digital infrastructure</a:t>
            </a:r>
          </a:p>
        </p:txBody>
      </p:sp>
      <p:graphicFrame>
        <p:nvGraphicFramePr>
          <p:cNvPr id="1072" name="Chart 1071">
            <a:extLst>
              <a:ext uri="{FF2B5EF4-FFF2-40B4-BE49-F238E27FC236}">
                <a16:creationId xmlns:a16="http://schemas.microsoft.com/office/drawing/2014/main" id="{C2EF9FAF-66AB-3242-4EDB-D63B35CC0365}"/>
              </a:ext>
            </a:extLst>
          </p:cNvPr>
          <p:cNvGraphicFramePr/>
          <p:nvPr>
            <p:custDataLst>
              <p:tags r:id="rId49"/>
            </p:custDataLst>
            <p:extLst>
              <p:ext uri="{D42A27DB-BD31-4B8C-83A1-F6EECF244321}">
                <p14:modId xmlns:p14="http://schemas.microsoft.com/office/powerpoint/2010/main" val="3165578095"/>
              </p:ext>
            </p:extLst>
          </p:nvPr>
        </p:nvGraphicFramePr>
        <p:xfrm>
          <a:off x="5561013" y="1814513"/>
          <a:ext cx="1776412" cy="1382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0"/>
          </a:graphicData>
        </a:graphic>
      </p:graphicFrame>
      <p:sp>
        <p:nvSpPr>
          <p:cNvPr id="76" name="Rectangle 75">
            <a:extLst>
              <a:ext uri="{FF2B5EF4-FFF2-40B4-BE49-F238E27FC236}">
                <a16:creationId xmlns:a16="http://schemas.microsoft.com/office/drawing/2014/main" id="{14D699D0-C855-AC2E-6BDD-34A3E7AB9FCE}"/>
              </a:ext>
            </a:extLst>
          </p:cNvPr>
          <p:cNvSpPr/>
          <p:nvPr>
            <p:custDataLst>
              <p:tags r:id="rId50"/>
            </p:custDataLst>
          </p:nvPr>
        </p:nvSpPr>
        <p:spPr bwMode="gray">
          <a:xfrm>
            <a:off x="6096000" y="2254250"/>
            <a:ext cx="203200" cy="109538"/>
          </a:xfrm>
          <a:prstGeom prst="rect">
            <a:avLst/>
          </a:prstGeom>
          <a:solidFill>
            <a:srgbClr val="9DB1C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65B6921-264D-487C-9012-2CC4338D8DA0}" type="datetime'1''''''''''''''''''''''''''''9''''''''''%'''''''''''''''">
              <a:rPr lang="en-US" altLang="en-US" sz="800" smtClean="0">
                <a:solidFill>
                  <a:schemeClr val="tx1"/>
                </a:solidFill>
                <a:effectLst/>
              </a:rPr>
              <a:pPr/>
              <a:t>19%</a:t>
            </a:fld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6185C96E-976B-88FC-1798-CA49EB1936F1}"/>
              </a:ext>
            </a:extLst>
          </p:cNvPr>
          <p:cNvSpPr/>
          <p:nvPr>
            <p:custDataLst>
              <p:tags r:id="rId51"/>
            </p:custDataLst>
          </p:nvPr>
        </p:nvSpPr>
        <p:spPr bwMode="gray">
          <a:xfrm>
            <a:off x="6311900" y="2108200"/>
            <a:ext cx="152400" cy="109538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93199E06-B32E-4929-97D7-E659718AC0BF}" type="datetime'''''''''''4''''''''''''''''''%'''''''''''''''''''''">
              <a:rPr lang="en-US" altLang="en-US" sz="800" smtClean="0">
                <a:solidFill>
                  <a:schemeClr val="tx1"/>
                </a:solidFill>
                <a:effectLst/>
              </a:rPr>
              <a:pPr/>
              <a:t>4%</a:t>
            </a:fld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DFB45FD-BB15-966A-8ACC-83F3F38AD4C6}"/>
              </a:ext>
            </a:extLst>
          </p:cNvPr>
          <p:cNvSpPr/>
          <p:nvPr/>
        </p:nvSpPr>
        <p:spPr>
          <a:xfrm>
            <a:off x="4240055" y="4729519"/>
            <a:ext cx="108000" cy="72001"/>
          </a:xfrm>
          <a:prstGeom prst="rect">
            <a:avLst/>
          </a:prstGeom>
          <a:solidFill>
            <a:srgbClr val="223F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</a:endParaRPr>
          </a:p>
        </p:txBody>
      </p:sp>
      <p:graphicFrame>
        <p:nvGraphicFramePr>
          <p:cNvPr id="1091" name="Table 1093">
            <a:extLst>
              <a:ext uri="{FF2B5EF4-FFF2-40B4-BE49-F238E27FC236}">
                <a16:creationId xmlns:a16="http://schemas.microsoft.com/office/drawing/2014/main" id="{53DC8492-3DDA-E655-8067-A8840BAD2B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3203955"/>
              </p:ext>
            </p:extLst>
          </p:nvPr>
        </p:nvGraphicFramePr>
        <p:xfrm>
          <a:off x="4741875" y="4339908"/>
          <a:ext cx="2135175" cy="274320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378865">
                  <a:extLst>
                    <a:ext uri="{9D8B030D-6E8A-4147-A177-3AD203B41FA5}">
                      <a16:colId xmlns:a16="http://schemas.microsoft.com/office/drawing/2014/main" val="1835665587"/>
                    </a:ext>
                  </a:extLst>
                </a:gridCol>
                <a:gridCol w="346610">
                  <a:extLst>
                    <a:ext uri="{9D8B030D-6E8A-4147-A177-3AD203B41FA5}">
                      <a16:colId xmlns:a16="http://schemas.microsoft.com/office/drawing/2014/main" val="592246799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3135723960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862604737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418978667"/>
                    </a:ext>
                  </a:extLst>
                </a:gridCol>
              </a:tblGrid>
              <a:tr h="73110">
                <a:tc>
                  <a:txBody>
                    <a:bodyPr/>
                    <a:lstStyle/>
                    <a:p>
                      <a:pPr rtl="0"/>
                      <a:r>
                        <a:rPr lang="en-US" sz="600" b="1" noProof="0" dirty="0"/>
                        <a:t>D&amp;A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en-US" sz="600" noProof="0" dirty="0"/>
                        <a:t>0.8%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en-US" sz="600" noProof="0" dirty="0"/>
                        <a:t>1.5%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en-US" sz="600" noProof="0" dirty="0"/>
                        <a:t>0.9%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en-US" sz="600" noProof="0" dirty="0"/>
                        <a:t>1.1%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053178480"/>
                  </a:ext>
                </a:extLst>
              </a:tr>
              <a:tr h="55631">
                <a:tc>
                  <a:txBody>
                    <a:bodyPr/>
                    <a:lstStyle/>
                    <a:p>
                      <a:pPr rtl="0"/>
                      <a:r>
                        <a:rPr lang="en-US" sz="600" b="1" noProof="0" dirty="0"/>
                        <a:t>Capex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en-US" sz="600" noProof="0" dirty="0"/>
                        <a:t>n/a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en-US" sz="600" noProof="0" dirty="0"/>
                        <a:t>n/a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en-US" sz="600" noProof="0" dirty="0"/>
                        <a:t>n/a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en-US" sz="600" noProof="0" dirty="0"/>
                        <a:t>n/a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3054620"/>
                  </a:ext>
                </a:extLst>
              </a:tr>
              <a:tr h="55631">
                <a:tc>
                  <a:txBody>
                    <a:bodyPr/>
                    <a:lstStyle/>
                    <a:p>
                      <a:pPr rtl="0"/>
                      <a:r>
                        <a:rPr lang="en-US" sz="600" b="1" noProof="0" dirty="0"/>
                        <a:t>FCF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en-US" sz="600" noProof="0" dirty="0"/>
                        <a:t>n/a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en-US" sz="600" noProof="0" dirty="0"/>
                        <a:t>n/a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en-US" sz="600" noProof="0" dirty="0"/>
                        <a:t>n/a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en-US" sz="600" noProof="0" dirty="0"/>
                        <a:t>n/a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023229327"/>
                  </a:ext>
                </a:extLst>
              </a:tr>
            </a:tbl>
          </a:graphicData>
        </a:graphic>
      </p:graphicFrame>
      <p:pic>
        <p:nvPicPr>
          <p:cNvPr id="1026" name="Picture 2" descr="MD MVZ Köln">
            <a:extLst>
              <a:ext uri="{FF2B5EF4-FFF2-40B4-BE49-F238E27FC236}">
                <a16:creationId xmlns:a16="http://schemas.microsoft.com/office/drawing/2014/main" id="{55032CC8-E27D-FB1C-FA50-55E66EFD00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993" y="246838"/>
            <a:ext cx="228389" cy="243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4" name="Rectangle 123">
            <a:extLst>
              <a:ext uri="{FF2B5EF4-FFF2-40B4-BE49-F238E27FC236}">
                <a16:creationId xmlns:a16="http://schemas.microsoft.com/office/drawing/2014/main" id="{B3FC0C4E-DB66-EE0A-DBE1-F576CC353EF3}"/>
              </a:ext>
            </a:extLst>
          </p:cNvPr>
          <p:cNvSpPr/>
          <p:nvPr>
            <p:custDataLst>
              <p:tags r:id="rId52"/>
            </p:custDataLst>
          </p:nvPr>
        </p:nvSpPr>
        <p:spPr bwMode="auto">
          <a:xfrm>
            <a:off x="4856163" y="2371725"/>
            <a:ext cx="107950" cy="80963"/>
          </a:xfrm>
          <a:prstGeom prst="rect">
            <a:avLst/>
          </a:prstGeom>
          <a:solidFill>
            <a:srgbClr val="364D6E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A13BCFC6-C85F-EF76-9596-001AA4180A0E}"/>
              </a:ext>
            </a:extLst>
          </p:cNvPr>
          <p:cNvSpPr/>
          <p:nvPr>
            <p:custDataLst>
              <p:tags r:id="rId53"/>
            </p:custDataLst>
          </p:nvPr>
        </p:nvSpPr>
        <p:spPr bwMode="auto">
          <a:xfrm>
            <a:off x="4856163" y="2514600"/>
            <a:ext cx="107950" cy="80963"/>
          </a:xfrm>
          <a:prstGeom prst="rect">
            <a:avLst/>
          </a:prstGeom>
          <a:solidFill>
            <a:srgbClr val="6F8DB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FCB8C74A-0ACD-41FE-08BB-2FE01D273D3C}"/>
              </a:ext>
            </a:extLst>
          </p:cNvPr>
          <p:cNvSpPr/>
          <p:nvPr>
            <p:custDataLst>
              <p:tags r:id="rId54"/>
            </p:custDataLst>
          </p:nvPr>
        </p:nvSpPr>
        <p:spPr bwMode="auto">
          <a:xfrm>
            <a:off x="4856163" y="2657475"/>
            <a:ext cx="107950" cy="80963"/>
          </a:xfrm>
          <a:prstGeom prst="rect">
            <a:avLst/>
          </a:prstGeom>
          <a:solidFill>
            <a:srgbClr val="9DB1C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F37A2BD3-2BD3-223A-6F39-229E3AE9E80D}"/>
              </a:ext>
            </a:extLst>
          </p:cNvPr>
          <p:cNvSpPr/>
          <p:nvPr>
            <p:custDataLst>
              <p:tags r:id="rId55"/>
            </p:custDataLst>
          </p:nvPr>
        </p:nvSpPr>
        <p:spPr bwMode="auto">
          <a:xfrm>
            <a:off x="4856163" y="2800350"/>
            <a:ext cx="107950" cy="80963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45DF66F2-D717-D880-C0BE-49CDC82316D0}"/>
              </a:ext>
            </a:extLst>
          </p:cNvPr>
          <p:cNvSpPr/>
          <p:nvPr>
            <p:custDataLst>
              <p:tags r:id="rId56"/>
            </p:custDataLst>
          </p:nvPr>
        </p:nvSpPr>
        <p:spPr bwMode="auto">
          <a:xfrm>
            <a:off x="5014913" y="2368550"/>
            <a:ext cx="654050" cy="9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FE773D37-7F62-4947-AC6D-91FFA603101E}" type="datetime'''Cons''''''e''''r''va''ti''v''''e'''' su''''''''''''rgery'''">
              <a:rPr lang="en-US" altLang="en-US" sz="600" smtClean="0">
                <a:solidFill>
                  <a:schemeClr val="tx1"/>
                </a:solidFill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Conservative surgery</a:t>
            </a:fld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63B9150-3423-EC8C-2DA0-D58CF5645646}"/>
              </a:ext>
            </a:extLst>
          </p:cNvPr>
          <p:cNvSpPr/>
          <p:nvPr>
            <p:custDataLst>
              <p:tags r:id="rId57"/>
            </p:custDataLst>
          </p:nvPr>
        </p:nvSpPr>
        <p:spPr bwMode="auto">
          <a:xfrm>
            <a:off x="5014913" y="2511425"/>
            <a:ext cx="530225" cy="9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3BDBABB3-BEDE-4057-92C7-4CCF41701129}" type="datetime'''''D''ental ''''''''''''''''''''''''p''ro''''t''hes''''es'''">
              <a:rPr lang="en-US" altLang="en-US" sz="600" smtClean="0">
                <a:solidFill>
                  <a:schemeClr val="tx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Dental protheses</a:t>
            </a:fld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741F6BF-76E9-4F96-F597-27BF4F04BB74}"/>
              </a:ext>
            </a:extLst>
          </p:cNvPr>
          <p:cNvSpPr/>
          <p:nvPr>
            <p:custDataLst>
              <p:tags r:id="rId58"/>
            </p:custDataLst>
          </p:nvPr>
        </p:nvSpPr>
        <p:spPr bwMode="auto">
          <a:xfrm>
            <a:off x="5014913" y="2654300"/>
            <a:ext cx="519113" cy="9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9B33F586-FA7F-4FBF-BEB2-DC39330FABDE}" type="datetime'Gu''''''''''''m ''''''t''r''''''''eat''''em''''e''''''''''nt'">
              <a:rPr lang="en-US" altLang="en-US" sz="600" smtClean="0">
                <a:solidFill>
                  <a:schemeClr val="tx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Gum treatement</a:t>
            </a:fld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AC11C3D2-37A9-846D-5403-B48C208D126A}"/>
              </a:ext>
            </a:extLst>
          </p:cNvPr>
          <p:cNvSpPr/>
          <p:nvPr>
            <p:custDataLst>
              <p:tags r:id="rId59"/>
            </p:custDataLst>
          </p:nvPr>
        </p:nvSpPr>
        <p:spPr bwMode="auto">
          <a:xfrm>
            <a:off x="5014913" y="2797175"/>
            <a:ext cx="792163" cy="9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1B47657F-E3F8-4EE2-9C73-9C35354E297E}" type="datetime'Temp''or''o''mand''i''''''b''''''''ul''ar'' ''joi''n''t'">
              <a:rPr lang="en-US" altLang="en-US" sz="600" smtClean="0">
                <a:solidFill>
                  <a:schemeClr val="tx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Temporomandibular joint</a:t>
            </a:fld>
            <a:endParaRPr lang="en-US" sz="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78551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28224&quot;&gt;&lt;version val=&quot;35746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′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’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.%m.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bNumberIsYear val=&quot;0&quot;/&gt;&lt;m_strFormatTime&gt;%1 %y&lt;/m_strFormatTime&gt;&lt;m_yearfmt&gt;&lt;begin val=&quot;4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3&quot;&gt;&lt;elem m_fUsage=&quot;4.42632236762709130318E+00&quot;&gt;&lt;m_msothmcolidx val=&quot;0&quot;/&gt;&lt;m_rgb r=&quot;00&quot; g=&quot;B0&quot; b=&quot;50&quot;/&gt;&lt;/elem&gt;&lt;elem m_fUsage=&quot;1.97559000000000017927E+00&quot;&gt;&lt;m_msothmcolidx val=&quot;0&quot;/&gt;&lt;m_rgb r=&quot;70&quot; g=&quot;30&quot; b=&quot;A0&quot;/&gt;&lt;/elem&gt;&lt;elem m_fUsage=&quot;1.43046721000000021107E+00&quot;&gt;&lt;m_msothmcolidx val=&quot;0&quot;/&gt;&lt;m_rgb r=&quot;44&quot; g=&quot;62&quot; b=&quot;EE&quot;/&gt;&lt;/elem&gt;&lt;elem m_fUsage=&quot;6.62489036190000102344E-01&quot;&gt;&lt;m_msothmcolidx val=&quot;0&quot;/&gt;&lt;m_rgb r=&quot;F5&quot; g=&quot;62&quot; b=&quot;1B&quot;/&gt;&lt;/elem&gt;&lt;elem m_fUsage=&quot;6.19961075529443239596E-01&quot;&gt;&lt;m_msothmcolidx val=&quot;0&quot;/&gt;&lt;m_rgb r=&quot;BC&quot; g=&quot;CC&quot; b=&quot;EA&quot;/&gt;&lt;/elem&gt;&lt;elem m_fUsage=&quot;4.04609927057423490737E-01&quot;&gt;&lt;m_msothmcolidx val=&quot;0&quot;/&gt;&lt;m_rgb r=&quot;B9&quot; g=&quot;DF&quot; b=&quot;EE&quot;/&gt;&lt;/elem&gt;&lt;elem m_fUsage=&quot;1.96652532797959883615E-01&quot;&gt;&lt;m_msothmcolidx val=&quot;0&quot;/&gt;&lt;m_rgb r=&quot;25&quot; g=&quot;3F&quot; b=&quot;6A&quot;/&gt;&lt;/elem&gt;&lt;elem m_fUsage=&quot;8.53165342345673649582E-02&quot;&gt;&lt;m_msothmcolidx val=&quot;0&quot;/&gt;&lt;m_rgb r=&quot;C4&quot; g=&quot;DB&quot; b=&quot;F0&quot;/&gt;&lt;/elem&gt;&lt;elem m_fUsage=&quot;7.64128216143330762922E-02&quot;&gt;&lt;m_msothmcolidx val=&quot;0&quot;/&gt;&lt;m_rgb r=&quot;DC&quot; g=&quot;EE&quot; b=&quot;F5&quot;/&gt;&lt;/elem&gt;&lt;elem m_fUsage=&quot;4.07828594289022239305E-02&quot;&gt;&lt;m_msothmcolidx val=&quot;0&quot;/&gt;&lt;m_rgb r=&quot;41&quot; g=&quot;41&quot; b=&quot;41&quot;/&gt;&lt;/elem&gt;&lt;elem m_fUsage=&quot;1.19725151825620327456E-02&quot;&gt;&lt;m_msothmcolidx val=&quot;0&quot;/&gt;&lt;m_rgb r=&quot;F4&quot; g=&quot;F3&quot; b=&quot;E8&quot;/&gt;&lt;/elem&gt;&lt;elem m_fUsage=&quot;9.69773729787524671475E-03&quot;&gt;&lt;m_msothmcolidx val=&quot;0&quot;/&gt;&lt;m_rgb r=&quot;EF&quot; g=&quot;ED&quot; b=&quot;DA&quot;/&gt;&lt;/elem&gt;&lt;elem m_fUsage=&quot;8.72796356808772273717E-03&quot;&gt;&lt;m_msothmcolidx val=&quot;0&quot;/&gt;&lt;m_rgb r=&quot;D1&quot; g=&quot;EA&quot; b=&quot;F3&quot;/&gt;&lt;/elem&gt;&lt;elem m_fUsage=&quot;7.85516721127895063692E-03&quot;&gt;&lt;m_msothmcolidx val=&quot;0&quot;/&gt;&lt;m_rgb r=&quot;E8&quot; g=&quot;E4&quot; b=&quot;CA&quot;/&gt;&lt;/elem&gt;&lt;elem m_fUsage=&quot;7.61880991227818771261E-03&quot;&gt;&lt;m_msothmcolidx val=&quot;0&quot;/&gt;&lt;m_rgb r=&quot;59&quot; g=&quot;59&quot; b=&quot;59&quot;/&gt;&lt;/elem&gt;&lt;elem m_fUsage=&quot;4.17455791792929655631E-03&quot;&gt;&lt;m_msothmcolidx val=&quot;0&quot;/&gt;&lt;m_rgb r=&quot;D8&quot; g=&quot;E7&quot; b=&quot;F5&quot;/&gt;&lt;/elem&gt;&lt;elem m_fUsage=&quot;3.41431956983742363604E-03&quot;&gt;&lt;m_msothmcolidx val=&quot;0&quot;/&gt;&lt;m_rgb r=&quot;50&quot; g=&quot;25&quot; b=&quot;FA&quot;/&gt;&lt;/elem&gt;&lt;elem m_fUsage=&quot;3.38139191352273020194E-03&quot;&gt;&lt;m_msothmcolidx val=&quot;0&quot;/&gt;&lt;m_rgb r=&quot;AC&quot; g=&quot;F4&quot; b=&quot;FB&quot;/&gt;&lt;/elem&gt;&lt;elem m_fUsage=&quot;3.04325272217045731185E-03&quot;&gt;&lt;m_msothmcolidx val=&quot;0&quot;/&gt;&lt;m_rgb r=&quot;EB&quot; g=&quot;F3&quot; b=&quot;FA&quot;/&gt;&lt;/elem&gt;&lt;elem m_fUsage=&quot;2.73892744995341171077E-03&quot;&gt;&lt;m_msothmcolidx val=&quot;0&quot;/&gt;&lt;m_rgb r=&quot;AC&quot; g=&quot;A8&quot; b=&quot;A8&quot;/&gt;&lt;/elem&gt;&lt;elem m_fUsage=&quot;2.21853123446226355511E-03&quot;&gt;&lt;m_msothmcolidx val=&quot;0&quot;/&gt;&lt;m_rgb r=&quot;69&quot; g=&quot;88&quot; b=&quot;B6&quot;/&gt;&lt;/elem&gt;&lt;elem m_fUsage=&quot;1.99667811101603706950E-03&quot;&gt;&lt;m_msothmcolidx val=&quot;0&quot;/&gt;&lt;m_rgb r=&quot;17&quot; g=&quot;2C&quot; b=&quot;4A&quot;/&gt;&lt;/elem&gt;&lt;elem m_fUsage=&quot;1.45557834293069112905E-03&quot;&gt;&lt;m_msothmcolidx val=&quot;0&quot;/&gt;&lt;m_rgb r=&quot;FE&quot; g=&quot;CC&quot; b=&quot;56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tmSplye2SuxMuDfYmp1V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LxiC2IVkAtZ8QlM4YgRjo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dqyzt8PV1OTFEAyd96MJC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CfYZVPZIhLEAKF0UJY49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LxiC2IVkAtZ8QlM4YgRjo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LxiC2IVkAtZ8QlM4YgRjo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LxiC2IVkAtZ8QlM4YgRjo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CfYZVPZIhLEAKF0UJY49M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8iqIt.s06IFMLhWH80UQ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StOpSTIlryNDByL_8Bq8g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LW0f4oS_DCnq5_cSAFynw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Q_0oEwPb0EokOAkChUeA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FNHU48rbDFVFmM_JOlOrQ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d47r0LWBkAFJBz6lO3WA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ZMmU0dXCc9tAlOVXc2J.A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d47r0LWBkAFJBz6lO3WA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d47r0LWBkAFJBz6lO3WA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d47r0LWBkAFJBz6lO3WA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36t1SzyjoX7TE2S8miw8w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z.BvbScEPwb2rU5YcZPA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AFd4xd9.vGGAGp6G2tqHw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NtOssZzNebELPtdQAwue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0qQdUL04SgP6Hc7jioz7w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UxSLXd.DAoobkkg5qfDA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.0tqALeW_5URFBEpqscYQ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zSTj__q7wIqKu6AXbuEyQ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8pdGKDlhVzZHYA6Es5q2Q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0_oB2Crt8tiF4Ww8sOfe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JCk6r_HFLbJR8b1bwtqJQ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xc08Vk.Tm3ASrJd2RR09Q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cE3RYGa_qQQ.PHWQCvotQ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Z.CDdPhDzjS877qH92R7A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u0J..9qSvbpObtsaTn8s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URfJ5JHrJkkKu4FXCAuiw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Ftwe3TX674jKaxIf2YuLA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WIvlc4D8mL5eLQv2Zn4og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eV3Ug6dQT6ClkQn4TEemQ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6BisggLNhcjOZPl6NEuS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4bNIHBmTzV.W7brhqkWA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ftSINXa3X.gAUHA.3iNB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WpcIHV_z8QxC_l7Q_ICd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xUS.o05TC6MZv0J9KW7Y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oRAPM4FzMlDEWObbADeTw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PH_QUKqBdVD38hQFcmtCg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B3AgOg5Ww724eIsTv1xwA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E74J21ucXyRayCNz2q2Wg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f4d_EX6FA17rf3jp.IY9Q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AGg8D9I6ZfNctcNHigkU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9WG4L9NgnwYdpy7UKxyvQ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UI6U7YBo_0sZq9_plDI_A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RXewkn.dd9PxBNOnPMjLQ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utJuerZoUhGb2Wjd8qkhw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W4xoe7v.a7PycB6G4xcVw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8.Zd.25MxAiZM9UfNKLCw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8p7ktQcRiW1V7ZJ.PUVVA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XiBwNg667FVWmjcIGLvHA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_inYtQyoYBgMoRMVehcBA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mvKw3dYG0SzSf1JnOiKbQ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Hfo0jirIKcZovODC_q0cQ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CzEslp6kcvkOIPqBsW5UA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3vslEBy9czIIerbDKlNmw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gZ749m5ICVOsZyV62NXgw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KvfHRGyYXVGySWHmkKhfA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s70UqnnU3emEKvAaUJBNw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gWjbFysJBjhkYXwIutQ9g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</p:tagLst>
</file>

<file path=ppt/theme/theme1.xml><?xml version="1.0" encoding="utf-8"?>
<a:theme xmlns:a="http://schemas.openxmlformats.org/drawingml/2006/main" name="2_Master Constellation wide">
  <a:themeElements>
    <a:clrScheme name="CONSTELLATION">
      <a:dk1>
        <a:srgbClr val="000000"/>
      </a:dk1>
      <a:lt1>
        <a:srgbClr val="FFFFFF"/>
      </a:lt1>
      <a:dk2>
        <a:srgbClr val="223F6A"/>
      </a:dk2>
      <a:lt2>
        <a:srgbClr val="8FAADC"/>
      </a:lt2>
      <a:accent1>
        <a:srgbClr val="9DC3E6"/>
      </a:accent1>
      <a:accent2>
        <a:srgbClr val="AAAAAA"/>
      </a:accent2>
      <a:accent3>
        <a:srgbClr val="D0CECE"/>
      </a:accent3>
      <a:accent4>
        <a:srgbClr val="DFDFDF"/>
      </a:accent4>
      <a:accent5>
        <a:srgbClr val="B81908"/>
      </a:accent5>
      <a:accent6>
        <a:srgbClr val="00B050"/>
      </a:accent6>
      <a:hlink>
        <a:srgbClr val="0000FF"/>
      </a:hlink>
      <a:folHlink>
        <a:srgbClr val="0070C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00"/>
        </a:solidFill>
        <a:ln>
          <a:noFill/>
        </a:ln>
      </a:spPr>
      <a:bodyPr rtlCol="0" anchor="ctr"/>
      <a:lstStyle>
        <a:defPPr algn="ctr">
          <a:defRPr sz="9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2_Master Constellation w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 Constellation wid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 Constellation wid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 Constellation wid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 Constellation wid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 Constellation wid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 Constellation wid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 Constellation wid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 Constellation wid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 Constellation wid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 Constellation wid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 Constellation wid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44BB5FEBE7854D8D3E08ADDB8D8F5C" ma:contentTypeVersion="2424" ma:contentTypeDescription="Create a new document." ma:contentTypeScope="" ma:versionID="236d0c89c8b60c28872562f4ca736cc1">
  <xsd:schema xmlns:xsd="http://www.w3.org/2001/XMLSchema" xmlns:xs="http://www.w3.org/2001/XMLSchema" xmlns:p="http://schemas.microsoft.com/office/2006/metadata/properties" xmlns:ns2="2a11dabe-1bed-4248-9727-f03e5cc57e90" xmlns:ns3="4cabe56c-7e26-4c02-8d85-b4fad8b06d2c" targetNamespace="http://schemas.microsoft.com/office/2006/metadata/properties" ma:root="true" ma:fieldsID="037a120f32d96f430347f8ad48088456" ns2:_="" ns3:_="">
    <xsd:import namespace="2a11dabe-1bed-4248-9727-f03e5cc57e90"/>
    <xsd:import namespace="4cabe56c-7e26-4c02-8d85-b4fad8b06d2c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2:SharedWithUsers" minOccurs="0"/>
                <xsd:element ref="ns2:SharedWithDetails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3:MediaServiceLocation" minOccurs="0"/>
                <xsd:element ref="ns3:MediaLengthInSeconds" minOccurs="0"/>
                <xsd:element ref="ns3:lcf76f155ced4ddcb4097134ff3c332f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11dabe-1bed-4248-9727-f03e5cc57e9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6" nillable="true" ma:displayName="Taxonomy Catch All Column" ma:hidden="true" ma:list="{957c9b77-ac52-44fc-befc-e36bf3f09653}" ma:internalName="TaxCatchAll" ma:showField="CatchAllData" ma:web="2a11dabe-1bed-4248-9727-f03e5cc57e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abe56c-7e26-4c02-8d85-b4fad8b06d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ternalName="MediaServiceLocatio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6ca949ac-152e-4478-8bdc-791c22970b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cabe56c-7e26-4c02-8d85-b4fad8b06d2c">
      <Terms xmlns="http://schemas.microsoft.com/office/infopath/2007/PartnerControls"/>
    </lcf76f155ced4ddcb4097134ff3c332f>
    <TaxCatchAll xmlns="2a11dabe-1bed-4248-9727-f03e5cc57e90" xsi:nil="true"/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3040A15-7557-4FD4-987E-E85778EF1C4C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178B4DE6-1ED9-45F8-8918-5533B15D70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a11dabe-1bed-4248-9727-f03e5cc57e90"/>
    <ds:schemaRef ds:uri="4cabe56c-7e26-4c02-8d85-b4fad8b06d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94CA7C6-6EF8-493D-B2CC-2C62053374D6}">
  <ds:schemaRefs>
    <ds:schemaRef ds:uri="http://schemas.microsoft.com/office/2006/metadata/properties"/>
    <ds:schemaRef ds:uri="http://purl.org/dc/elements/1.1/"/>
    <ds:schemaRef ds:uri="4cabe56c-7e26-4c02-8d85-b4fad8b06d2c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2a11dabe-1bed-4248-9727-f03e5cc57e90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12B47698-2234-4648-BDC5-807819D7319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382</Words>
  <Application>Microsoft Office PowerPoint</Application>
  <PresentationFormat>On-screen Show (16:9)</PresentationFormat>
  <Paragraphs>128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ＭＳ Ｐゴシック</vt:lpstr>
      <vt:lpstr>Apercu</vt:lpstr>
      <vt:lpstr>Arial</vt:lpstr>
      <vt:lpstr>Calibri</vt:lpstr>
      <vt:lpstr>CKNord Book</vt:lpstr>
      <vt:lpstr>Symbol</vt:lpstr>
      <vt:lpstr>Times New Roman</vt:lpstr>
      <vt:lpstr>Wingdings</vt:lpstr>
      <vt:lpstr>2_Master Constellation wide</vt:lpstr>
      <vt:lpstr>think-cell Slide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Susskind</dc:creator>
  <cp:lastModifiedBy>Mauritius Klein</cp:lastModifiedBy>
  <cp:revision>1316</cp:revision>
  <cp:lastPrinted>2023-04-14T12:16:15Z</cp:lastPrinted>
  <dcterms:created xsi:type="dcterms:W3CDTF">2017-10-02T06:30:19Z</dcterms:created>
  <dcterms:modified xsi:type="dcterms:W3CDTF">2025-11-10T07:09:58Z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0x0101002B4163104AD42E45AF657F262F2691C4</vt:lpwstr>
  </property>
  <property fmtid="{D5CDD505-2E9C-101B-9397-08002B2CF9AE}" pid="3" name="MediaServiceImageTags">
    <vt:lpwstr/>
  </property>
</Properties>
</file>